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3210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7185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960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DAY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Compose, CI/CD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DevSecOps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66928" y="3154680"/>
            <a:ext cx="128016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Multi-container + automation + basic security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Tecnológico de Toluca · Daniel E. González Ramírez · 24 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we've achieved so far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Yesterday: app containerized and running.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app + database together (Docker Compose).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we automate build and tests (CI/CD).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first security scan (DevSecOps).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 2 · compose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Docker Compose?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apps are several containers: app + database + cache...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defines and starts them ALL with a single YAML file.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up, one command down. Reproducible.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8046720" cy="1371600"/>
          </a:xfrm>
          <a:prstGeom prst="roundRect">
            <a:avLst>
              <a:gd name="adj" fmla="val 2333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305409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312724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1" name="Shape 9"/>
          <p:cNvSpPr/>
          <p:nvPr/>
        </p:nvSpPr>
        <p:spPr>
          <a:xfrm>
            <a:off x="886968" y="31272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" y="31272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438144"/>
            <a:ext cx="76260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      # starts app + db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ps         # status of the services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down -v    # stops and deletes volumes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+ Database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1031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3283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03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(:8080)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2697480"/>
            <a:ext cx="1280160" cy="0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7472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"db"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328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03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(:5432)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640" y="34747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db_data volume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finds the DB by its service NAME (db), not by IP.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concept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Persistence: the volume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volume, data dies when the container is removed.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volume, data SURVIVES restarts and recreations.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create a course, restart the app... the course is still there.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down keeps the volume; down -v deletes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 2 · ci/cd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CI/CD: a production line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06654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02996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731264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32432" y="192024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42160" y="206654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1969008" y="202996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15056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16224" y="192024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5952" y="206654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3352800" y="202996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98848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00016" y="192024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06654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202996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82640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83808" y="192024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3536" y="206654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6120384" y="202996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266432" y="192024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467600" y="192024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77328" y="206654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7504176" y="202996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301752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(Continuous Integration): build + test on EVERY change.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(Continuous Delivery): ship what's tested to an environment.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step fails, the commit goes red and stops.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anatomy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GitHub Actions pipeline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2834640"/>
          </a:xfrm>
          <a:prstGeom prst="roundRect">
            <a:avLst>
              <a:gd name="adj" fmla="val 1129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0136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18013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18013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112264"/>
            <a:ext cx="762609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      # when it triggers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build-test-scan: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      # the runner (ephemeral VM)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ci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test            # red if a test fails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build -t app:${{ github.sha }} 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 vs Jenkins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repo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YAML, free runners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path of the course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servers to maintain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25968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standard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(Groovy)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path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server and plugins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 2 · devsecops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Security: shift-left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80467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993392"/>
            <a:ext cx="91440" cy="14081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12140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 security to the left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2834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security EARLY (code, image, pipeline) costs less and breaks less than discovering it in production.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vulnerability is not the same as fixing it. The tool speeds you up; human judgment decides.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mission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Trivy: scan the image (+90 XP)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2377440"/>
          </a:xfrm>
          <a:prstGeom prst="roundRect">
            <a:avLst>
              <a:gd name="adj" fmla="val 1346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0136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18013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18013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112264"/>
            <a:ext cx="76260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trivy image academia-devops-app:1.0.0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Library   Vulnerability   Severity   Fixed in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openssl   CVE-2024-xxxx   HIGH       3.1.5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Prioritize: CRITICAL/HIGH with "Fixed in" -&gt; update.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detect the hardcoded secret with --scanners secret.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today's missions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take from day 2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achieve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2 · Compose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+ DB with persistence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3 · CI/CD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4 · DevSecOps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and interpretation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class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 questions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app call the DB by name and not by IP?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checks must the code pass before being accepted?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building locally and building in the pipeline?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risk of storing secrets in a repository?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end of day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Today: multi-container and automation.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Kubernetes — deploy, expose, scale and update.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— Compose, CI/CD, DevSecOps</dc:title>
  <dc:subject>PptxGenJS Presentation</dc:subject>
  <dc:creator>Daniel Eduardo Gonzalez Ramirez</dc:creator>
  <cp:lastModifiedBy>Daniel Eduardo Gonzalez Ramirez</cp:lastModifiedBy>
  <cp:revision>1</cp:revision>
  <dcterms:created xsi:type="dcterms:W3CDTF">2026-06-16T00:51:56Z</dcterms:created>
  <dcterms:modified xsi:type="dcterms:W3CDTF">2026-06-16T00:51:56Z</dcterms:modified>
</cp:coreProperties>
</file>