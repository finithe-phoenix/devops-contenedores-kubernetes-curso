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457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2D3EE"/>
          </a:solidFill>
          <a:ln/>
        </p:spPr>
      </p:sp>
      <p:sp>
        <p:nvSpPr>
          <p:cNvPr id="3" name="Shape 1"/>
          <p:cNvSpPr/>
          <p:nvPr/>
        </p:nvSpPr>
        <p:spPr>
          <a:xfrm>
            <a:off x="8321040" y="457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B7185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960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4D399">
              <a:alpha val="7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WORKSHOP · DAY 2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Compose, CI/CD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 DevSecOps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8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Multi-container + automation + basic security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4343400"/>
            <a:ext cx="8046720" cy="10973"/>
          </a:xfrm>
          <a:prstGeom prst="rect">
            <a:avLst/>
          </a:prstGeom>
          <a:solidFill>
            <a:srgbClr val="284963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4805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Tecnológico de Toluca · Daniel E. González Ramírez · 24 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recap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we've achieved so far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Yesterday: app containerized and running.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app + database together (Docker Compose).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we automate build and tests (CI/CD).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first security scan (DevSecOps).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day 2 · compose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Docker Compose?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apps are several containers: app + database + cache...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defines and starts them ALL with a single YAML file.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up, one command down. Reproducible.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8046720" cy="1371600"/>
          </a:xfrm>
          <a:prstGeom prst="rect">
            <a:avLst/>
          </a:prstGeom>
          <a:solidFill>
            <a:srgbClr val="081320"/>
          </a:solidFill>
          <a:ln w="12700">
            <a:solidFill>
              <a:srgbClr val="28496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3145536"/>
            <a:ext cx="764438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compose up -d      # starts app + db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compose ps         # status of the services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compose down -v    # stops and deletes volumes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+ Database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097280" y="2103120"/>
            <a:ext cx="2377440" cy="1188720"/>
          </a:xfrm>
          <a:prstGeom prst="roundRect">
            <a:avLst>
              <a:gd name="adj" fmla="val 7692"/>
            </a:avLst>
          </a:prstGeom>
          <a:solidFill>
            <a:srgbClr val="12293D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10312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(:8080)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474720" y="2697480"/>
            <a:ext cx="1280160" cy="0"/>
          </a:xfrm>
          <a:prstGeom prst="line">
            <a:avLst/>
          </a:prstGeom>
          <a:noFill/>
          <a:ln w="31750">
            <a:solidFill>
              <a:srgbClr val="34D399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3474720" y="2148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internal net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"db"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2103120"/>
            <a:ext cx="2377440" cy="1188720"/>
          </a:xfrm>
          <a:prstGeom prst="roundRect">
            <a:avLst>
              <a:gd name="adj" fmla="val 7692"/>
            </a:avLst>
          </a:prstGeom>
          <a:solidFill>
            <a:srgbClr val="12293D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10312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(:5432)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120640" y="347472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081320"/>
          </a:solidFill>
          <a:ln w="12700">
            <a:solidFill>
              <a:srgbClr val="28496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0" y="34747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db_data volume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97280" y="4160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finds the DB by its service NAME (db), not by IP.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concept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Persistence: the volume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volume, data dies when the container is removed.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volume, data SURVIVES restarts and recreations.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create a course, restart the app... the course is still there.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down keeps the volume; down -v deletes it.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day 2 · ci/cd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CI/CD: a production line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1234440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920240"/>
            <a:ext cx="1161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929384" y="1920240"/>
            <a:ext cx="1234440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65960" y="1920240"/>
            <a:ext cx="1161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20240"/>
            <a:ext cx="1234440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46704" y="1920240"/>
            <a:ext cx="1161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90872" y="1920240"/>
            <a:ext cx="1234440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27448" y="1920240"/>
            <a:ext cx="1161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71616" y="1920240"/>
            <a:ext cx="1234440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08192" y="1920240"/>
            <a:ext cx="1161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452360" y="1920240"/>
            <a:ext cx="1234440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88936" y="1920240"/>
            <a:ext cx="1161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8640" y="3017520"/>
            <a:ext cx="8138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(Continuous Integration): build + test on EVERY change.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(Continuous Delivery): ship what's tested to an environment.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step fails, the commit goes red and stops.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anatomy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GitHub Actions pipeline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8046720" cy="2834640"/>
          </a:xfrm>
          <a:prstGeom prst="rect">
            <a:avLst/>
          </a:prstGeom>
          <a:solidFill>
            <a:srgbClr val="081320"/>
          </a:solidFill>
          <a:ln w="12700">
            <a:solidFill>
              <a:srgbClr val="2849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19656"/>
            <a:ext cx="7644384" cy="2578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 [push, pull_request]      # when it triggers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build-test-scan: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      # the runner (ephemeral VM)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npm ci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npm test            # red if a test fails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docker build -t app:${{ github.sha }} 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tools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 Actions vs Jenkins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88620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27432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 Actions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3429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into the repo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YAML, free runners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path of the course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servers to maintain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691640"/>
            <a:ext cx="393192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91640"/>
            <a:ext cx="82296" cy="2743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2" name="Text 10"/>
          <p:cNvSpPr/>
          <p:nvPr/>
        </p:nvSpPr>
        <p:spPr>
          <a:xfrm>
            <a:off x="4901184" y="18379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Jenkins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2276856"/>
            <a:ext cx="3474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standard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Jenkinsfile (Groovy)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path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server and plugins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day 2 · devsecops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Security: shift-left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8046720" cy="1554480"/>
          </a:xfrm>
          <a:prstGeom prst="rect">
            <a:avLst/>
          </a:prstGeom>
          <a:solidFill>
            <a:srgbClr val="12293D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20240"/>
            <a:ext cx="91440" cy="155448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121408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 security to the left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68680" y="28346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security EARLY (code, image, pipeline) costs less and breaks less than discovering it in production.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36576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a vulnerability is not the same as fixing it. The tool speeds you up; human judgment decides.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mission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Trivy: scan the image (+90 XP)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8046720" cy="2377440"/>
          </a:xfrm>
          <a:prstGeom prst="rect">
            <a:avLst/>
          </a:prstGeom>
          <a:solidFill>
            <a:srgbClr val="081320"/>
          </a:solidFill>
          <a:ln w="12700">
            <a:solidFill>
              <a:srgbClr val="2849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19656"/>
            <a:ext cx="7644384" cy="2121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trivy image academia-devops-app:1.0.0</a:t>
            </a:r>
            <a:endParaRPr lang="en-US" sz="1350" dirty="0"/>
          </a:p>
          <a:p>
            <a:pPr algn="l" indent="0" marL="0">
              <a:buNone/>
            </a:pP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Library   Vulnerability   Severity   Fixed in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openssl   CVE-2024-xxxx   HIGH       3.1.5</a:t>
            </a:r>
            <a:endParaRPr lang="en-US" sz="1350" dirty="0"/>
          </a:p>
          <a:p>
            <a:pPr algn="l" indent="0" marL="0">
              <a:buNone/>
            </a:pP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Prioritize: CRITICAL/HIGH with "Fixed in" -&gt; update.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420624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detect the hardcoded secret with --scanners secret.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today's missions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you take from day 2</a:t>
            </a:r>
            <a:endParaRPr lang="en-US" sz="2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80467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65760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achieve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2 · Compose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+ DB with persistence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3 · CI/CD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 pipeline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4 · DevSecOps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Scan and interpretation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for class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Trigger questions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the app call the DB by name and not by IP?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checks must the code pass before being accepted?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difference between building locally and building in the pipeline?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risk of storing secrets in a repository?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end of day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10312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Today: multi-container and automation.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Tomorrow: Kubernetes — deploy, expose, scale and update.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2 — Compose, CI/CD, DevSecOps</dc:title>
  <dc:subject>PptxGenJS Presentation</dc:subject>
  <dc:creator>Daniel Eduardo Gonzalez Ramirez</dc:creator>
  <cp:lastModifiedBy>Daniel Eduardo Gonzalez Ramirez</cp:lastModifiedBy>
  <cp:revision>1</cp:revision>
  <dcterms:created xsi:type="dcterms:W3CDTF">2026-06-15T02:14:59Z</dcterms:created>
  <dcterms:modified xsi:type="dcterms:W3CDTF">2026-06-15T02:14:59Z</dcterms:modified>
</cp:coreProperties>
</file>