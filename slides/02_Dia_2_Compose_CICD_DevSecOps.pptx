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457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2D3EE"/>
          </a:solidFill>
          <a:ln/>
        </p:spPr>
      </p:sp>
      <p:sp>
        <p:nvSpPr>
          <p:cNvPr id="3" name="Shape 1"/>
          <p:cNvSpPr/>
          <p:nvPr/>
        </p:nvSpPr>
        <p:spPr>
          <a:xfrm>
            <a:off x="8321040" y="457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B7185">
              <a:alpha val="7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960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4D399">
              <a:alpha val="7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CURSO-TALLER · DÍA 2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Compose, CI/CD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 DevSecOps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548640" y="32918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8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Multicontenedor + automatización + seguridad básica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4343400"/>
            <a:ext cx="8046720" cy="10973"/>
          </a:xfrm>
          <a:prstGeom prst="rect">
            <a:avLst/>
          </a:prstGeom>
          <a:solidFill>
            <a:srgbClr val="284963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4805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B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Tecnológico de Toluca · Daniel E. González Ramírez · 24 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repaso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 que ya logramos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8138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Ayer: app contenerizada y corriendo.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Hoy: app + base de datos juntas (Docker Compose).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Hoy: automatizamos build y pruebas (CI/CD).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Hoy: primer escaneo de seguridad (DevSecOps).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día 2 · compose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¿Por qué Docker Compose?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8138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apps reales son varios contenedores: app + base de datos + caché...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los define y levanta TODOS con un solo archivo YAML.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comando arriba, un comando abajo. Reproducible.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017520"/>
            <a:ext cx="8046720" cy="1371600"/>
          </a:xfrm>
          <a:prstGeom prst="rect">
            <a:avLst/>
          </a:prstGeom>
          <a:solidFill>
            <a:srgbClr val="081320"/>
          </a:solidFill>
          <a:ln w="12700">
            <a:solidFill>
              <a:srgbClr val="28496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3145536"/>
            <a:ext cx="764438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compose up -d      # levanta app + db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compose ps         # estado de los servicios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compose down -v    # apaga y borra volúmenes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arquitectura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 + Base de datos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1097280" y="2103120"/>
            <a:ext cx="2377440" cy="1188720"/>
          </a:xfrm>
          <a:prstGeom prst="roundRect">
            <a:avLst>
              <a:gd name="adj" fmla="val 7692"/>
            </a:avLst>
          </a:prstGeom>
          <a:solidFill>
            <a:srgbClr val="12293D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10312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(:8080)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474720" y="2697480"/>
            <a:ext cx="1280160" cy="0"/>
          </a:xfrm>
          <a:prstGeom prst="line">
            <a:avLst/>
          </a:prstGeom>
          <a:noFill/>
          <a:ln w="31750">
            <a:solidFill>
              <a:srgbClr val="34D399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3474720" y="21488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B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 interna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8B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"db"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54880" y="2103120"/>
            <a:ext cx="2377440" cy="1188720"/>
          </a:xfrm>
          <a:prstGeom prst="roundRect">
            <a:avLst>
              <a:gd name="adj" fmla="val 7692"/>
            </a:avLst>
          </a:prstGeom>
          <a:solidFill>
            <a:srgbClr val="12293D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210312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(:5432)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120640" y="347472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081320"/>
          </a:solidFill>
          <a:ln w="12700">
            <a:solidFill>
              <a:srgbClr val="28496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20640" y="34747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volumen db_data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97280" y="41605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app encuentra a la DB por su NOMBRE de servicio (db), no por IP.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concepto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Persistencia: el volumen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8138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volumen, los datos mueren cuando el contenedor se borra.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volumen, los datos SOBREVIVEN a reinicios y recreaciones.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crea un curso, reinicia la app... el curso sigue ahí.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down conserva el volumen; down -v lo borra.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día 2 · ci/cd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CI/CD: una línea de producción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1234440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920240"/>
            <a:ext cx="1161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929384" y="1920240"/>
            <a:ext cx="1234440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65960" y="1920240"/>
            <a:ext cx="1161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20240"/>
            <a:ext cx="1234440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46704" y="1920240"/>
            <a:ext cx="1161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690872" y="1920240"/>
            <a:ext cx="1234440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27448" y="1920240"/>
            <a:ext cx="1161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71616" y="1920240"/>
            <a:ext cx="1234440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08192" y="1920240"/>
            <a:ext cx="1161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452360" y="1920240"/>
            <a:ext cx="1234440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88936" y="1920240"/>
            <a:ext cx="1161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48640" y="3017520"/>
            <a:ext cx="8138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(Integración Continua): build + test en CADA cambio.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(Entrega Continua): llevar lo probado a un ambiente.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paso falla, el commit se marca rojo y no avanza.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anatomía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pipeline de GitHub Actions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8046720" cy="2834640"/>
          </a:xfrm>
          <a:prstGeom prst="rect">
            <a:avLst/>
          </a:prstGeom>
          <a:solidFill>
            <a:srgbClr val="081320"/>
          </a:solidFill>
          <a:ln w="12700">
            <a:solidFill>
              <a:srgbClr val="2849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819656"/>
            <a:ext cx="7644384" cy="2578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on: [push, pull_request]      # cuándo se dispara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jobs: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build-test-scan: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runs-on: ubuntu-latest      # el runner (VM efímera)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actions/checkout@v4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npm ci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npm test            # rojo si un test falla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docker build -t app:${{ github.sha }} 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herramientas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GitHub Actions vs Jenkins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886200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691640"/>
            <a:ext cx="82296" cy="27432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3502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GitHub Actions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86384" y="2276856"/>
            <a:ext cx="34290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Integrado al repo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 sencillo, runners gratis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 PRINCIPAL del curso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servidores que mantener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63440" y="1691640"/>
            <a:ext cx="3931920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FBBF2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691640"/>
            <a:ext cx="82296" cy="2743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2" name="Text 10"/>
          <p:cNvSpPr/>
          <p:nvPr/>
        </p:nvSpPr>
        <p:spPr>
          <a:xfrm>
            <a:off x="4901184" y="183794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Jenkins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01184" y="2276856"/>
            <a:ext cx="3474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 empresarial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Jenkinsfile (Groovy)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 ALTERNATIVA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Requiere servidor y plugins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día 2 · devsecops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Seguridad: shift-left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8046720" cy="1554480"/>
          </a:xfrm>
          <a:prstGeom prst="rect">
            <a:avLst/>
          </a:prstGeom>
          <a:solidFill>
            <a:srgbClr val="12293D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20240"/>
            <a:ext cx="91440" cy="155448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121408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Mover la seguridad a la izquierda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68680" y="283464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la seguridad TEMPRANO (código, imagen, pipeline) cuesta menos y rompe menos que descubrirla en producción.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3657600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Encontrar una vulnerabilidad no es lo mismo que corregirla. La herramienta acelera; el criterio humano decide.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misión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Trivy: escanear la imagen (+90 XP)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8046720" cy="2377440"/>
          </a:xfrm>
          <a:prstGeom prst="rect">
            <a:avLst/>
          </a:prstGeom>
          <a:solidFill>
            <a:srgbClr val="081320"/>
          </a:solidFill>
          <a:ln w="12700">
            <a:solidFill>
              <a:srgbClr val="2849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819656"/>
            <a:ext cx="7644384" cy="2121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trivy image academia-devops-app:1.0.0</a:t>
            </a:r>
            <a:endParaRPr lang="en-US" sz="1350" dirty="0"/>
          </a:p>
          <a:p>
            <a:pPr algn="l" indent="0" marL="0">
              <a:buNone/>
            </a:pP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Library   Vulnerability   Severity   Fixed in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openssl   CVE-2024-xxxx   HIGH       3.1.5</a:t>
            </a:r>
            <a:endParaRPr lang="en-US" sz="1350" dirty="0"/>
          </a:p>
          <a:p>
            <a:pPr algn="l" indent="0" marL="0">
              <a:buNone/>
            </a:pP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Prioriza: CRITICAL/HIGH con "Fixed in" -&gt; actualiza.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420624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Bonus: detecta el secreto quemado con --scanners secret.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misiones de hoy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 que te llevas del día 2</a:t>
            </a:r>
            <a:endParaRPr lang="en-US" sz="2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80467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65760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Misión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Logras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 2 · Compose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+ DB con persistencia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 3 · CI/CD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 en verde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 4 · DevSecOps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Escaneo e interpretación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para clase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Preguntas detonadoras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8138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la app llama a la DB por nombre y no por IP?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validaciones debe pasar el código antes de aceptarse?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diferencia hay entre compilar local y compilar en el pipeline?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riesgo tiene guardar secretos en un repositorio?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fin del día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103120"/>
            <a:ext cx="8138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Hoy: multicontenedor y automatización.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Mañana: Kubernetes — desplegar, exponer, escalar y actualizar.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Día 2 — Compose, CI/CD, DevSecOps</dc:title>
  <dc:subject>PptxGenJS Presentation</dc:subject>
  <dc:creator>Daniel Eduardo Gonzalez Ramirez</dc:creator>
  <cp:lastModifiedBy>Daniel Eduardo Gonzalez Ramirez</cp:lastModifiedBy>
  <cp:revision>1</cp:revision>
  <dcterms:created xsi:type="dcterms:W3CDTF">2026-06-15T02:14:59Z</dcterms:created>
  <dcterms:modified xsi:type="dcterms:W3CDTF">2026-06-15T02:14:59Z</dcterms:modified>
</cp:coreProperties>
</file>