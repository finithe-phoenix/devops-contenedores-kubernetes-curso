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3210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7185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960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CURSO-TALLER · DÍA 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Compose, CI/CD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DevSecOps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66928" y="3154680"/>
            <a:ext cx="128016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Multicontenedor + automatización + seguridad básica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Tecnológico de Toluca · Daniel E. González Ramírez · 24 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repaso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ya logramos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Ayer: app contenerizada y corriendo.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app + base de datos juntas (Docker Compose).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automatizamos build y pruebas (CI/CD).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primer escaneo de seguridad (DevSecOps).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día 2 · compose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Docker Compose?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apps reales son varios contenedores: app + base de datos + caché...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los define y levanta TODOS con un solo archivo YAML.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comando arriba, un comando abajo. Reproducible.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8046720" cy="1371600"/>
          </a:xfrm>
          <a:prstGeom prst="roundRect">
            <a:avLst>
              <a:gd name="adj" fmla="val 2333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305409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312724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1" name="Shape 9"/>
          <p:cNvSpPr/>
          <p:nvPr/>
        </p:nvSpPr>
        <p:spPr>
          <a:xfrm>
            <a:off x="886968" y="31272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" y="31272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438144"/>
            <a:ext cx="76260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      # levanta app + db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ps         # estado de los servicios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down -v    # apaga y borra volúmenes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arquitectura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+ Base de datos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1031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3283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03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(:8080)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2697480"/>
            <a:ext cx="1280160" cy="0"/>
          </a:xfrm>
          <a:prstGeom prst="line">
            <a:avLst/>
          </a:prstGeom>
          <a:noFill/>
          <a:ln w="317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47472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interna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"db"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3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03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(:5432)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0640" y="34747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474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volumen db_data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4160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encuentra a la DB por su NOMBRE de servicio (db), no por IP.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concepto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Persistencia: el volumen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volumen, los datos mueren cuando el contenedor se borra.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volumen, los datos SOBREVIVEN a reinicios y recreaciones.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crea un curso, reinicia la app... el curso sigue ahí.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down conserva el volumen; down -v lo borra.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día 2 · ci/cd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CI/CD: una línea de producción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06654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02996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731264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32432" y="192024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42160" y="206654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1969008" y="202996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15056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16224" y="192024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5952" y="206654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3352800" y="202996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98848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00016" y="192024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06654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202996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82640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083808" y="192024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3536" y="206654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6120384" y="202996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266432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467600" y="192024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77328" y="206654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7504176" y="202996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301752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(Integración Continua): build + test en CADA cambio.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(Entrega Continua): llevar lo probado a un ambiente.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paso falla, el commit se marca rojo y no avanza.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anatomía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pipeline de GitHub Actions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2834640"/>
          </a:xfrm>
          <a:prstGeom prst="roundRect">
            <a:avLst>
              <a:gd name="adj" fmla="val 1129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0136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18013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18013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112264"/>
            <a:ext cx="762609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      # cuándo se dispara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build-test-scan: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      # el runner (VM efímera)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ci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test            # rojo si un test falla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build -t app:${{ github.sha }} 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herramientas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 vs Jenkins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388620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341071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al repo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sencillo, runners gratis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PRINCIPAL del curso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servidores que mantener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764792"/>
            <a:ext cx="73152" cy="25968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2880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222199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331720"/>
            <a:ext cx="345643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empresarial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(Groovy)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ALTERNATIVA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servidor y plugins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día 2 · devsecops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Seguridad: shift-left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8046720" cy="1554480"/>
          </a:xfrm>
          <a:prstGeom prst="roundRect">
            <a:avLst>
              <a:gd name="adj" fmla="val 2941"/>
            </a:avLst>
          </a:prstGeom>
          <a:solidFill>
            <a:srgbClr val="13283C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993392"/>
            <a:ext cx="91440" cy="14081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12140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Mover la seguridad a la izquierda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2834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seguridad TEMPRANO (código, imagen, pipeline) cuesta menos y rompe menos que descubrirla en producción.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una vulnerabilidad no es lo mismo que corregirla. La herramienta acelera; el criterio humano decide.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misión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Trivy: escanear la imagen (+90 XP)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2377440"/>
          </a:xfrm>
          <a:prstGeom prst="roundRect">
            <a:avLst>
              <a:gd name="adj" fmla="val 1346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0136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18013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18013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112264"/>
            <a:ext cx="762609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trivy image academia-devops-app:1.0.0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Library   Vulnerability   Severity   Fixed in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openssl   CVE-2024-xxxx   HIGH       3.1.5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Prioriza: CRITICAL/HIGH con "Fixed in" -&gt; actualiza.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detecta el secreto quemado con --scanners secret.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misiones de hoy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te llevas del día 2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2 · Compose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+ DB con persistencia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3 · CI/CD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en verde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4 · DevSecOps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Escaneo e interpretación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para clase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Preguntas detonadoras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app llama a la DB por nombre y no por IP?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validaciones debe pasar el código antes de aceptarse?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compilar local y compilar en el pipeline?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riesgo tiene guardar secretos en un repositorio?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 del día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Hoy: multicontenedor y automatización.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Mañana: Kubernetes — desplegar, exponer, escalar y actualizar.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Día 2 — Compose, CI/CD, DevSecOps</dc:title>
  <dc:subject>PptxGenJS Presentation</dc:subject>
  <dc:creator>Daniel Eduardo Gonzalez Ramirez</dc:creator>
  <cp:lastModifiedBy>Daniel Eduardo Gonzalez Ramirez</cp:lastModifiedBy>
  <cp:revision>1</cp:revision>
  <dcterms:created xsi:type="dcterms:W3CDTF">2026-06-16T00:51:56Z</dcterms:created>
  <dcterms:modified xsi:type="dcterms:W3CDTF">2026-06-16T00:51:56Z</dcterms:modified>
</cp:coreProperties>
</file>