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CURSO-TALLER · DÍA 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Observabilidad,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DevSecOps y cierre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Monitorear, asegurar y convertirlo en práctica docente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4 · observabilidad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 3 pilares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pasó?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con contexto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MÉTRICAS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3814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comporta?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en el tiempo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+ Prometheus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1691640"/>
            <a:ext cx="82296" cy="2743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590702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TRAZAS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0702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dónde pasó?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 una petición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avanzado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qué vigilar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monitorear y por qué?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Señal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 importa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/ memoria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Saturación -&gt; lentitud o reinicios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Pods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¿Reinicios? ¿CrashLoop?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Experiencia del usuario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Errores (5xx)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¿Algo se rompió?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¿Está arriba?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salud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Liveness vs Readiness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Liveness probe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¿Sigue VIVA?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 -&gt; la reinicia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cuelgues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 probe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¿LISTA para tráfico?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 -&gt; no le manda peticiones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 a que arranque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Prometheus + Grafana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0116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/metrics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10128" y="201168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6704" y="20116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(scraping)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71616" y="201168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08192" y="20116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(dashboards)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108960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"raspa" las métricas que la app expone en /metrics.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las dibuja en dashboards: CPU, memoria, estado de Pods.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 (equipos modestos): /metrics + kubectl top + capturas.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Buenos vs inútiles vs peligrosos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ÚTIL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+ nivel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(host, id)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diagnosticar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A8B4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691640"/>
            <a:ext cx="82296" cy="2743200"/>
          </a:xfrm>
          <a:prstGeom prst="rect">
            <a:avLst/>
          </a:prstGeom>
          <a:solidFill>
            <a:srgbClr val="A8B4C4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B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INÚTIL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3814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dice "error"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qué/dónde/cuándo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ayuda en nada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1691640"/>
            <a:ext cx="82296" cy="2743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6" name="Text 14"/>
          <p:cNvSpPr/>
          <p:nvPr/>
        </p:nvSpPr>
        <p:spPr>
          <a:xfrm>
            <a:off x="590702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PELIGROSO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0702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Loguea passwords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secreto filtrado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dinámica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Simulación de incidentes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132588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13258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Pod se reinicia solo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+ logs --previous -&gt; probe u OOMKilled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132588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13258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app responde lento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al tope -&gt; escalar / ajustar límites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3886200" cy="132588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154680"/>
            <a:ext cx="82296" cy="13258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30098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DB no responde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86384" y="3739896"/>
            <a:ext cx="3429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/health: db down -&gt; readiness / credenciales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154680"/>
            <a:ext cx="3931920" cy="1325880"/>
          </a:xfrm>
          <a:prstGeom prst="rect">
            <a:avLst/>
          </a:prstGeom>
          <a:solidFill>
            <a:srgbClr val="12293D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154680"/>
            <a:ext cx="82296" cy="132588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0" name="Text 18"/>
          <p:cNvSpPr/>
          <p:nvPr/>
        </p:nvSpPr>
        <p:spPr>
          <a:xfrm>
            <a:off x="4901184" y="330098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 verde, prod falla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01184" y="3739896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no cargada / falta un Secret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devsecops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Controles por capa</a:t>
            </a:r>
            <a:endParaRPr lang="en-US" sz="2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8521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mínimo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secretos; dependencias fijadas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ligera, no root, escaneada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+ scan en cada cambio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securityContext, límites, probes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 git (Secret / Vault)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evolución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GitOps, Terraform y Ansible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GitOps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deseado en git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 CD / Flux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 el clúster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Terraform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3814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como código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 recursos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la infra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1691640"/>
            <a:ext cx="82296" cy="2743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590702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Ansible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0702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 config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servidores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todo listo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el camino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de madurez DevOps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Manual  ·  2. Scripts  ·  3. Docker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CI/CD  ·  5. Kubernetes  ·  6. Helm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Observabilidad  ·  8. DevSecOps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GitOps  ·  10. Plataforma interna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final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reto integrador (+200 XP)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Demuestra el flujo COMPLETO en ~5 minutos: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-&gt; Docker -&gt; Compose -&gt; Pipeline -&gt; Kubernetes -&gt; Escalar -&gt; Seguridad -&gt; Monitoreo.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la pregunta que importa: ¿cómo lo conviertes en práctica para TUS alumnos?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evaluación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Rúbrica y rangos</a:t>
            </a:r>
            <a:endParaRPr lang="en-US" sz="2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1206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Rango desbloqueado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21-24 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Arquitect@ DevOps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14-20 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Pilot@ de Kubernetes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criterios x 3 = 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medallas + tarjeta de logros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 del día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 no es solo herramientas: es enseñar a pensar el ciclo completo.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programa no termina cuando compila: debe probarse, empaquetarse, desplegarse, monitorearse y protegerse.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¡Gracias! — Daniel E. González Ramírez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Día 4 — Observabilidad, DevSecOps, Proyecto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2026-06-15T02:14:59Z</dcterms:created>
  <dcterms:modified xsi:type="dcterms:W3CDTF">2026-06-15T02:14:59Z</dcterms:modified>
</cp:coreProperties>
</file>