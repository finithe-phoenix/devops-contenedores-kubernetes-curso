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3210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7185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960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CURSO-TALLER · DÍA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Observabilidad,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DevSecOps y cierre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66928" y="3154680"/>
            <a:ext cx="128016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Monitorear, asegurar y convertirlo en práctica docente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Tecnológico de Toluca · Daniel E. González Ramírez · 24 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día 4 · observabilidad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3 pilares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2542032" cy="2743200"/>
          </a:xfrm>
          <a:prstGeom prst="roundRect">
            <a:avLst>
              <a:gd name="adj" fmla="val 179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206654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pasó?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con contexto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542032" cy="2743200"/>
          </a:xfrm>
          <a:prstGeom prst="roundRect">
            <a:avLst>
              <a:gd name="adj" fmla="val 1799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4116" y="1764792"/>
            <a:ext cx="73152" cy="2596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828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56432" y="222199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2331720"/>
            <a:ext cx="206654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comporta?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en el tiempo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+ Prometheus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0" y="1691640"/>
            <a:ext cx="2542032" cy="2743200"/>
          </a:xfrm>
          <a:prstGeom prst="roundRect">
            <a:avLst>
              <a:gd name="adj" fmla="val 1799"/>
            </a:avLst>
          </a:prstGeom>
          <a:solidFill>
            <a:srgbClr val="13283C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82996" y="1764792"/>
            <a:ext cx="73152" cy="25968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5925312" y="1828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TRAZAS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25312" y="222199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1" name="Text 19"/>
          <p:cNvSpPr/>
          <p:nvPr/>
        </p:nvSpPr>
        <p:spPr>
          <a:xfrm>
            <a:off x="5925312" y="2331720"/>
            <a:ext cx="206654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dónde pasó?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una petición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avanzado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qué vigilar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monitorear y por qué?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importa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/ memoria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Saturación -&gt; lentitud o reinicios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Pods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¿Reinicios? ¿CrashLoop?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Experiencia del usuario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(5xx)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¿Algo se rompió?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¿Está arriba?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salud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Liveness vs Readiness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Liveness probe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¿Sigue VIVA?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 -&gt; la reinicia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cuelgues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25968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Readiness probe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¿LISTA para tráfico?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 -&gt; no le manda peticiones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a que arranque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misión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+ Grafana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2602992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57984"/>
            <a:ext cx="2383536" cy="27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121408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/metrics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15056" y="201168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16224" y="2011680"/>
            <a:ext cx="2602992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5952" y="2157984"/>
            <a:ext cx="2383536" cy="27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3352800" y="2121408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(scraping)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82640" y="201168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83808" y="2011680"/>
            <a:ext cx="2602992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3536" y="2157984"/>
            <a:ext cx="2383536" cy="27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120384" y="2121408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(dashboards)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10896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"raspa" las métricas que la app expone en /metrics.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las dibuja en dashboards: CPU, memoria, estado de Pods.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(equipos modestos): /metrics + kubectl top + capturas.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Buenos vs inútiles vs peligrosos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2542032" cy="2743200"/>
          </a:xfrm>
          <a:prstGeom prst="roundRect">
            <a:avLst>
              <a:gd name="adj" fmla="val 1799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ÚTIL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206654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nivel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(host, id)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diagnosticar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542032" cy="2743200"/>
          </a:xfrm>
          <a:prstGeom prst="roundRect">
            <a:avLst>
              <a:gd name="adj" fmla="val 1799"/>
            </a:avLst>
          </a:prstGeom>
          <a:solidFill>
            <a:srgbClr val="13283C"/>
          </a:solidFill>
          <a:ln w="15875">
            <a:solidFill>
              <a:srgbClr val="9FB0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4116" y="1764792"/>
            <a:ext cx="73152" cy="2596896"/>
          </a:xfrm>
          <a:prstGeom prst="rect">
            <a:avLst/>
          </a:prstGeom>
          <a:solidFill>
            <a:srgbClr val="9FB0C2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828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9FB0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INÚTIL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56432" y="222199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2331720"/>
            <a:ext cx="206654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dice "error"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qué/dónde/cuándo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ayuda en nada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1691640"/>
            <a:ext cx="2542032" cy="2743200"/>
          </a:xfrm>
          <a:prstGeom prst="roundRect">
            <a:avLst>
              <a:gd name="adj" fmla="val 1799"/>
            </a:avLst>
          </a:prstGeom>
          <a:solidFill>
            <a:srgbClr val="13283C"/>
          </a:solidFill>
          <a:ln w="15875">
            <a:solidFill>
              <a:srgbClr val="FB718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82996" y="1764792"/>
            <a:ext cx="73152" cy="259689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9" name="Text 17"/>
          <p:cNvSpPr/>
          <p:nvPr/>
        </p:nvSpPr>
        <p:spPr>
          <a:xfrm>
            <a:off x="5925312" y="1828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PELIGROSO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25312" y="222199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1" name="Text 19"/>
          <p:cNvSpPr/>
          <p:nvPr/>
        </p:nvSpPr>
        <p:spPr>
          <a:xfrm>
            <a:off x="5925312" y="2331720"/>
            <a:ext cx="206654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Loguea passwords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secreto filtrado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dinámica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Simulación de incidentes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1325880"/>
          </a:xfrm>
          <a:prstGeom prst="roundRect">
            <a:avLst>
              <a:gd name="adj" fmla="val 3448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1179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Pod se reinicia solo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+ logs --previous -&gt; probe u OOMKilled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1325880"/>
          </a:xfrm>
          <a:prstGeom prst="roundRect">
            <a:avLst>
              <a:gd name="adj" fmla="val 3448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1179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app responde lento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al tope -&gt; escalar / ajustar límites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3886200" cy="1325880"/>
          </a:xfrm>
          <a:prstGeom prst="roundRect">
            <a:avLst>
              <a:gd name="adj" fmla="val 3448"/>
            </a:avLst>
          </a:prstGeom>
          <a:solidFill>
            <a:srgbClr val="13283C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2356" y="3227832"/>
            <a:ext cx="73152" cy="1179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9184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DB no responde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" y="368503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794760"/>
            <a:ext cx="3410712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/health: db down -&gt; readiness / credenciales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154680"/>
            <a:ext cx="3931920" cy="1325880"/>
          </a:xfrm>
          <a:prstGeom prst="roundRect">
            <a:avLst>
              <a:gd name="adj" fmla="val 3448"/>
            </a:avLst>
          </a:prstGeom>
          <a:solidFill>
            <a:srgbClr val="13283C"/>
          </a:solidFill>
          <a:ln w="15875">
            <a:solidFill>
              <a:srgbClr val="FB718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77156" y="3227832"/>
            <a:ext cx="73152" cy="117957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32918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verde, prod falla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919472" y="36850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3794760"/>
            <a:ext cx="3456432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no cargada / falta un Secret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devsecops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Controles por capa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mínimo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secretos; dependencias fijadas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ligera, no root, escaneada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+ scan en cada cambio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securityContext, límites, probes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 git (Secret / Vault)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evolución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GitOps, Terraform y Ansible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2542032" cy="2743200"/>
          </a:xfrm>
          <a:prstGeom prst="roundRect">
            <a:avLst>
              <a:gd name="adj" fmla="val 179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GitOps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206654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deseado en git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 / Flux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el clúster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542032" cy="2743200"/>
          </a:xfrm>
          <a:prstGeom prst="roundRect">
            <a:avLst>
              <a:gd name="adj" fmla="val 1799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4116" y="1764792"/>
            <a:ext cx="73152" cy="2596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828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56432" y="222199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2331720"/>
            <a:ext cx="206654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 recursos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infra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0" y="1691640"/>
            <a:ext cx="2542032" cy="2743200"/>
          </a:xfrm>
          <a:prstGeom prst="roundRect">
            <a:avLst>
              <a:gd name="adj" fmla="val 1799"/>
            </a:avLst>
          </a:prstGeom>
          <a:solidFill>
            <a:srgbClr val="13283C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82996" y="1764792"/>
            <a:ext cx="73152" cy="25968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5925312" y="1828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25312" y="222199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1" name="Text 19"/>
          <p:cNvSpPr/>
          <p:nvPr/>
        </p:nvSpPr>
        <p:spPr>
          <a:xfrm>
            <a:off x="5925312" y="2331720"/>
            <a:ext cx="206654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config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servidores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todo listo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 camino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de madurez DevOps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Manual  ·  2. Scripts  ·  3. Docker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CI/CD  ·  5. Kubernetes  ·  6. Helm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Observabilidad  ·  8. DevSecOps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GitOps  ·  10. Plataforma interna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misión final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reto integrador (+200 XP)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Demuestra el flujo COMPLETO en ~5 minutos: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-&gt; Docker -&gt; Compose -&gt; Pipeline -&gt; Kubernetes -&gt; Escalar -&gt; Seguridad -&gt; Monitoreo.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pregunta que importa: ¿cómo lo conviertes en práctica para TUS alumnos?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evaluación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Rúbrica y rangos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desbloqueado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21-24 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Arquitect@ DevOps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14-20 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Pilot@ de Kubernetes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criterios x 3 = 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medallas + tarjeta de logros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 del día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no es solo herramientas: es enseñar a pensar el ciclo completo.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no termina cuando compila: debe probarse, empaquetarse, desplegarse, monitorearse y protegerse.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¡Gracias! — Daniel E. González Ramírez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Día 4 — Observabilidad, DevSecOps, Proyecto</dc:title>
  <dc:subject>PptxGenJS Presentation</dc:subject>
  <dc:creator>Daniel Eduardo Gonzalez Ramirez</dc:creator>
  <cp:lastModifiedBy>Daniel Eduardo Gonzalez Ramirez</cp:lastModifiedBy>
  <cp:revision>1</cp:revision>
  <dcterms:created xsi:type="dcterms:W3CDTF">2026-06-16T00:51:56Z</dcterms:created>
  <dcterms:modified xsi:type="dcterms:W3CDTF">2026-06-16T00:51:56Z</dcterms:modified>
</cp:coreProperties>
</file>