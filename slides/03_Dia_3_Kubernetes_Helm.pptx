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718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960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CURSO-TALLER · DÍA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Helm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12801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Desplegar, exponer, escalar, actualizar y empaquetar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Tecnológico de Toluca · Daniel E. González Ramírez · 24 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3 · k8s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Kubernetes?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corre contenedores en UNA máquina. ¿Y si necesitas muchos, en muchas?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orquesta: los despliega, los reinicia si mueren, los escala.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deseado: tú dices "quiero 4 réplicas" y K8s lo mantiene.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estándar de la industria para correr contenedores en producción.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 clúster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"cerebro"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y programa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el estado deseado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Server, scheduler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máquinas que trabajan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viven los Pods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 los contenedores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Reportan su estado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vocabulario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objetos que usaremos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 mínima; envuelve el/los contenedor(es)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 réplicas y actualizaciones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de acceso estable a los Pods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División lógica del clúster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ConfigMap / Secret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y datos sensibles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jerarquía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→ ReplicaSet → Pods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340864"/>
            <a:ext cx="2383536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30428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15056" y="219456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16224" y="219456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5952" y="2340864"/>
            <a:ext cx="2383536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352800" y="230428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82640" y="219456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83808" y="2194560"/>
            <a:ext cx="2602992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3536" y="2340864"/>
            <a:ext cx="2383536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120384" y="2304288"/>
            <a:ext cx="252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 Pod  Pod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Deployment define QUÉ quieres (imagen, réplicas).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ReplicaSet garantiza CUÁNTAS copias.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Pods son las copias en ejecución. Si uno muere, se recrea.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manifiesto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Deployment en YAML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834640"/>
          </a:xfrm>
          <a:prstGeom prst="roundRect">
            <a:avLst>
              <a:gd name="adj" fmla="val 1129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 { name: academia-app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2                  # cuántas copias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{ matchLabels: { app: academia-app }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image: academia-devops-app:1.0.0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exponer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Service: acceso estable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Pods son efímeros (cambian de IP). El Service da una dirección fija.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42032" cy="2194560"/>
          </a:xfrm>
          <a:prstGeom prst="roundRect">
            <a:avLst>
              <a:gd name="adj" fmla="val 2083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" y="2359152"/>
            <a:ext cx="73152" cy="204825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231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281635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926080"/>
            <a:ext cx="20665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al clúster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port-forward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2542032" cy="2194560"/>
          </a:xfrm>
          <a:prstGeom prst="roundRect">
            <a:avLst>
              <a:gd name="adj" fmla="val 2083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4116" y="2359152"/>
            <a:ext cx="73152" cy="204825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24231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NodePort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56432" y="281635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7" name="Text 15"/>
          <p:cNvSpPr/>
          <p:nvPr/>
        </p:nvSpPr>
        <p:spPr>
          <a:xfrm>
            <a:off x="3456432" y="2926080"/>
            <a:ext cx="20665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un puerto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nodo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externo básico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286000"/>
            <a:ext cx="2542032" cy="2194560"/>
          </a:xfrm>
          <a:prstGeom prst="roundRect">
            <a:avLst>
              <a:gd name="adj" fmla="val 2083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82996" y="2359152"/>
            <a:ext cx="73152" cy="204825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5925312" y="24231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LoadBalancer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25312" y="2816352"/>
            <a:ext cx="202996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2" name="Text 20"/>
          <p:cNvSpPr/>
          <p:nvPr/>
        </p:nvSpPr>
        <p:spPr>
          <a:xfrm>
            <a:off x="5925312" y="2926080"/>
            <a:ext cx="206654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externa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real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3 · config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 vs Secret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NO sensible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APP_ENV, APP_VERSION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plano, va en git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Inyectado como variables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contraseñas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NO es cifrado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git (Vault, etc.)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misión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Escalar, actualizar y rollback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468880"/>
          </a:xfrm>
          <a:prstGeom prst="roundRect">
            <a:avLst>
              <a:gd name="adj" fmla="val 1296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Escalar a 4 réplicas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scale deployment academia-app --replicas=4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Actualizar imagen (rolling update, sin downtime)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set image deploy/academia-app academia-app=...:1.0.1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Volver atrás si algo salió mal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rollout undo deployment/academia-app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reemplaza los Pods de a poco: la app nunca se cae.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pregunta clave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réplica ≠ alta disponibilidad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80467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993392"/>
            <a:ext cx="91440" cy="14081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12140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sola copia es un único punto de falla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ese Pod muere, hay segundos sin servicio mientras se recrea. Con varias réplicas, el resto sigue atendiendo. Eso es alta disponibilidad.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día 3 · helm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manual vs Helm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9FB0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" y="1764792"/>
            <a:ext cx="73152" cy="2596896"/>
          </a:xfrm>
          <a:prstGeom prst="rect">
            <a:avLst/>
          </a:prstGeom>
          <a:solidFill>
            <a:srgbClr val="9FB0C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9FB0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manual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221992"/>
            <a:ext cx="337413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31720"/>
            <a:ext cx="341071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ambientes = copiar/pegar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uno por uno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atrás: manual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reutilizar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764792"/>
            <a:ext cx="73152" cy="2596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82880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222199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331720"/>
            <a:ext cx="345643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chart, muchos values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install (todo junto)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rollback (1 comando)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reutilizables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misión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en acción (+100 XP)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1828800"/>
          </a:xfrm>
          <a:prstGeom prst="roundRect">
            <a:avLst>
              <a:gd name="adj" fmla="val 1750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0136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18013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013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12264"/>
            <a:ext cx="762609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install academia ./academia-app-chart -n academia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upgrade academia ./academia-app-chart --set replicaCount=4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history academia -n academia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rollback academia 1 -n academia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réplicas SIN editar ningún YAML: solo --set.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 clase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detonadoras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98448" y="1316736"/>
            <a:ext cx="1005840" cy="320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una aplicación se cae?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réplica NO es alta disponibilidad?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 en ConfigMap y qué va en Secret?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Helm sobre YAML manual?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 del día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Hoy: la app vive en Kubernetes.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Mañana: la observamos, la aseguramos y cerramos con el proyecto integrador.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Día 3 — Kubernetes y Helm</dc:title>
  <dc:subject>PptxGenJS Presentation</dc:subject>
  <dc:creator>Daniel Eduardo Gonzalez Ramirez</dc:creator>
  <cp:lastModifiedBy>Daniel Eduardo Gonzalez Ramirez</cp:lastModifiedBy>
  <cp:revision>1</cp:revision>
  <dcterms:created xsi:type="dcterms:W3CDTF">2026-06-16T00:51:56Z</dcterms:created>
  <dcterms:modified xsi:type="dcterms:W3CDTF">2026-06-16T00:51:56Z</dcterms:modified>
</cp:coreProperties>
</file>