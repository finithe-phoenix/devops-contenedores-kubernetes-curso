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Helm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Desplegar, exponer, escalar, actualizar y empaquetar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3 · k8s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Kubernetes?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corre contenedores en UNA máquina. ¿Y si necesitas muchos, en muchas?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orquesta: los despliega, los reinicia si mueren, los escala.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deseado: tú dices "quiero 4 réplicas" y K8s lo mantiene.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estándar de la industria para correr contenedores en producción.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arquitectura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Anatomía de un clúster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"cerebro"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y programa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el estado deseado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Server, scheduler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máquinas que trabajan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viven los Pods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Ejecutan los contenedores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Reportan su estado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vocabulario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objetos que usaremos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 mínima; envuelve el/los contenedor(es)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Gestiona réplicas y actualizaciones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de acceso estable a los Pods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Namespace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División lógica del clúster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ConfigMap / Secret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y datos sensibles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jerarquía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→ ReplicaSet → Pods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6704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ReplicaSet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71616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081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 Pod  Pod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Deployment define QUÉ quieres (imagen, réplicas).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ReplicaSet garantiza CUÁNTAS copias.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Pods son las copias en ejecución. Si uno muere, se recrea.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manifiesto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Deployment en YAML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Deployment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 { name: academia-app }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replicas: 2                  # cuántas copias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 { matchLabels: { app: academia-app } }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template: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spec: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containers: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image: academia-devops-app:1.0.0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exponer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Service: acceso estable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Pods son efímeros (cambian de IP). El Service da una dirección fija.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82296" cy="21945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638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Interno al clúster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por port-forward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2286000"/>
            <a:ext cx="82296" cy="2194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NodePort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3814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un puerto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nodo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básico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0" y="2286000"/>
            <a:ext cx="82296" cy="21945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590702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LoadBalancer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0702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externa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nube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real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3 · config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vs Secret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NO sensible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APP_ENV, APP_VERSION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plano, va en git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Inyectado como variables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contraseñas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NO es cifrado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git (Vault, etc.)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Escalar, actualizar y rollback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46888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Escalar a 4 réplicas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scale deployment academia-app --replicas=4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Actualizar imagen (rolling update, sin downtime)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set image deploy/academia-app academia-app=...:1.0.1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Volver atrás si algo salió mal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rollout undo deployment/academia-app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reemplaza los Pods de a poco: la app nunca se cae.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pregunta clave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réplica ≠ alta disponibilidad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sola copia es un único punto de falla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ese Pod muere, hay segundos sin servicio mientras se recrea. Con varias réplicas, el resto sigue atendiendo. Eso es alta disponibilidad.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3 · helm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YAML manual vs Helm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YAML manual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ambientes = copiar/pegar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uno por uno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Volver atrás: manual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reutilizar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chart, muchos values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install (todo junto)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rollback (1 comando)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reutilizables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 en acción (+100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18288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install academia ./academia-app-chart -n academia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upgrade academia ./academia-app-chart --set replicaCount=4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history academia -n academia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rollback academia 1 -n academia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réplicas SIN editar ningún YAML: solo --set.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Preguntas detonadoras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 si una aplicación se cae?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réplica NO es alta disponibilidad?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 en ConfigMap y qué va en Secret?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conviene Helm sobre YAML manual?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Hoy: la app vive en Kubernetes.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Mañana: la observamos, la aseguramos y cerramos con el proyecto integrador.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3 — Kubernetes y Helm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2026-06-15T01:54:45Z</dcterms:created>
  <dcterms:modified xsi:type="dcterms:W3CDTF">2026-06-15T01:54:45Z</dcterms:modified>
</cp:coreProperties>
</file>