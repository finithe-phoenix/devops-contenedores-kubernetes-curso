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832104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B7185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960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4D399">
              <a:alpha val="7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CURSO-TALLER · DÍA 3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 Helm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Desplegar, exponer, escalar, actualizar y empaquetar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4343400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4805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Tecnológico de Toluca · Daniel E. González Ramírez · 24 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3 · k8s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¿Por qué Kubernetes?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corre contenedores en UNA máquina. ¿Y si necesitas muchos, en muchas?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orquesta: los despliega, los reinicia si mueren, los escala.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deseado: tú dices "quiero 4 réplicas" y K8s lo mantiene.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estándar de la industria para correr contenedores en producción.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arquitectura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Anatomía de un clúster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"cerebro"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y programa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Mantiene el estado deseado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Server, scheduler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 NODES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máquinas que trabajan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viven los Pods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Ejecutan los contenedores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Reportan su estado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vocabulario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Los objetos que usaremos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 mínima; envuelve el/los contenedor(es)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Gestiona réplicas y actualizaciones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Punto de acceso estable a los Pods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Namespace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División lógica del clúster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ConfigMap / Secret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Configuración y datos sensibles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jerarquía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 → ReplicaSet → Pods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2615184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10128" y="2194560"/>
            <a:ext cx="2615184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46704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ReplicaSet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71616" y="2194560"/>
            <a:ext cx="2615184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081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 Pod  Pod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291840"/>
            <a:ext cx="8138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Deployment define QUÉ quieres (imagen, réplicas).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ReplicaSet garantiza CUÁNTAS copias.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Pods son las copias en ejecución. Si uno muere, se recrea.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manifiesto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Deployment en YAML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8046720" cy="283464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7644384" cy="2578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apps/v1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Deployment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 { name: academia-app }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replicas: 2                  # cuántas copias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selector: { matchLabels: { app: academia-app } }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template: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spec: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containers: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 image: academia-devops-app:1.0.0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exponer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Service: acceso estable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Pods son efímeros (cambian de IP). El Service da una dirección fija.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2542032" cy="219456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286000"/>
            <a:ext cx="82296" cy="219456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43230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ClusterIP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86384" y="2871216"/>
            <a:ext cx="20848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Interno al clúster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por port-forward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2286000"/>
            <a:ext cx="2542032" cy="219456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2286000"/>
            <a:ext cx="82296" cy="21945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3" name="Text 11"/>
          <p:cNvSpPr/>
          <p:nvPr/>
        </p:nvSpPr>
        <p:spPr>
          <a:xfrm>
            <a:off x="3438144" y="243230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NodePort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38144" y="2871216"/>
            <a:ext cx="20848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un puerto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nodo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externo básico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0" y="2286000"/>
            <a:ext cx="2542032" cy="2194560"/>
          </a:xfrm>
          <a:prstGeom prst="rect">
            <a:avLst/>
          </a:prstGeom>
          <a:solidFill>
            <a:srgbClr val="12293D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0" y="2286000"/>
            <a:ext cx="82296" cy="219456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7" name="Text 15"/>
          <p:cNvSpPr/>
          <p:nvPr/>
        </p:nvSpPr>
        <p:spPr>
          <a:xfrm>
            <a:off x="5907024" y="243230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LoadBalancer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907024" y="2871216"/>
            <a:ext cx="20848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externa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nube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real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3 · config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 vs Secret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NO sensible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APP_ENV, APP_VERSION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plano, va en git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Inyectado como variables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sensibles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Usuarios, contraseñas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base64 NO es cifrado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git (Vault, etc.)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misión 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Escalar, actualizar y rollback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8046720" cy="246888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7644384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Escalar a 4 réplicas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scale deployment academia-app --replicas=4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Actualizar imagen (rolling update, sin downtime)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set image deploy/academia-app academia-app=...:1.0.1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Volver atrás si algo salió mal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rollout undo deployment/academia-app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425196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reemplaza los Pods de a poco: la app nunca se cae.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pregunta clave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réplica ≠ alta disponibilidad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8046720" cy="1554480"/>
          </a:xfrm>
          <a:prstGeom prst="rect">
            <a:avLst/>
          </a:prstGeom>
          <a:solidFill>
            <a:srgbClr val="12293D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20240"/>
            <a:ext cx="91440" cy="155448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121408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 sola copia es un único punto de falla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28346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ese Pod muere, hay segundos sin servicio mientras se recrea. Con varias réplicas, el resto sigue atendiendo. Eso es alta disponibilidad.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3 · helm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YAML manual vs Helm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A8B4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A8B4C4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B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YAML manual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ambientes = copiar/pegar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apply uno por uno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Volver atrás: manual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Difícil de reutilizar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chart, muchos values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 install (todo junto)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 rollback (1 comando)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reutilizables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misión 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Helm en acción (+100 XP)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8046720" cy="182880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764438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helm install academia ./academia-app-chart -n academia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helm upgrade academia ./academia-app-chart --set replicaCount=4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helm history academia -n academia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helm rollback academia 1 -n academia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réplicas SIN editar ningún YAML: solo --set.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para clase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Preguntas detonadoras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pasa si una aplicación se cae?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una réplica NO es alta disponibilidad?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 en ConfigMap y qué va en Secret?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¿Cuándo conviene Helm sobre YAML manual?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fin del día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Hoy: la app vive en Kubernetes.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Mañana: la observamos, la aseguramos y cerramos con el proyecto integrador.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Día 3 — Kubernetes y Helm</dc:title>
  <dc:subject>PptxGenJS Presentation</dc:subject>
  <dc:creator>Daniel Eduardo Gonzalez Ramirez</dc:creator>
  <cp:lastModifiedBy>Daniel Eduardo Gonzalez Ramirez</cp:lastModifiedBy>
  <cp:revision>1</cp:revision>
  <dcterms:created xsi:type="dcterms:W3CDTF">2026-06-15T02:14:59Z</dcterms:created>
  <dcterms:modified xsi:type="dcterms:W3CDTF">2026-06-15T02:14:59Z</dcterms:modified>
</cp:coreProperties>
</file>