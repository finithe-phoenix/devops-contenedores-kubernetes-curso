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WORKSHOP · DAY 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Helm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Deploy, expose, scale, update and package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3 · k8s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Kubernetes?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runs containers on ONE machine. What if you need many, on many?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orchestrates: deploys them, restarts them if they die, scales them.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state: you say "I want 4 replicas" and K8s keeps it.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industry standard for running containers in production.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Anatomy of a cluster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"brain"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and schedules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desired state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Server, scheduler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machines that work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live here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the containers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report their status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vocabulary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objects we'll use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Smallest unit; wraps the container(s)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Manages replicas and updates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 access point to the Pods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Namespace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division of the cluster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ConfigMap / Secret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and sensitive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hierarchy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→ ReplicaSet → Pods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0128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6704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ReplicaSet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71616" y="2194560"/>
            <a:ext cx="2615184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081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 Pod  Pod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defines WHAT you want (image, replicas).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ReplicaSet guarantees HOW MANY copies.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are the running copies. If one dies, it's recreated.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manifest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Deployment in YAML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apps/v1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Deployment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 { name: academia-app }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replicas: 2                  # how many copies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selector: { matchLabels: { app: academia-app } }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template: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spec: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containers: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image: academia-devops-app:1.0.0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expose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Service: stable access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are ephemeral (their IP changes). The Service gives a fixed address.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82296" cy="21945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638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 the cluster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via port-forward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2286000"/>
            <a:ext cx="82296" cy="219456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343814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NodePort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3814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port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node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external access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2286000"/>
            <a:ext cx="2542032" cy="219456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0" y="2286000"/>
            <a:ext cx="82296" cy="219456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7" name="Text 15"/>
          <p:cNvSpPr/>
          <p:nvPr/>
        </p:nvSpPr>
        <p:spPr>
          <a:xfrm>
            <a:off x="5907024" y="243230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LoadBalancer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07024" y="2871216"/>
            <a:ext cx="20848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IP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cloud</a:t>
            </a:r>
            <a:endParaRPr lang="en-US" sz="120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production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3 · config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vs Secret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NON-sensitive config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APP_ENV, APP_VERSION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text, goes in git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as variables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passwords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 is NOT encryption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git (Vault, etc.)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mission 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Scale, update and rollback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46888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Scale to 4 replicas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scale deployment academia-app --replicas=4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Update image (rolling update, no downtime)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set image deploy/academia-app academia-app=...:1.0.1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Roll back if something went wrong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rollout undo deployment/academia-app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25196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replaces Pods gradually: the app never goes down.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key question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replica ≠ high availability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554480"/>
          </a:xfrm>
          <a:prstGeom prst="rect">
            <a:avLst/>
          </a:prstGeom>
          <a:solidFill>
            <a:srgbClr val="12293D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91440" cy="15544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single copy is a single point of failure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that Pod dies, there are seconds with no service while it's recreated. With several replicas, the rest keep serving. That's high availability.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3 · helm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YAML vs Helm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A8B4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A8B4C4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B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YAML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environments = copy/paste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 one by one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back: manual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reuse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chart, many values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install (all together)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rollback (1 command)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mission 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 in action (+100 XP)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18288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install academia ./academia-app-chart -n academia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upgrade academia ./academia-app-chart --set replicaCount=4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history academia -n academia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helm rollback academia 1 -n academia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replicas WITHOUT editing any YAML: just --set.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for class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 questions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if an application goes down?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one replica NOT high availability?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a ConfigMap and what goes in a Secret?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Helm worth it over manual YAML?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day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Today: the app lives in Kubernetes.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we observe it, secure it and close with the capstone project.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— Kubernetes and Helm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2026-06-15T02:14:59Z</dcterms:created>
  <dcterms:modified xsi:type="dcterms:W3CDTF">2026-06-15T02:14:59Z</dcterms:modified>
</cp:coreProperties>
</file>