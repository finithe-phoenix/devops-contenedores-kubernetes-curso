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3210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B7185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960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4D399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DAY 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Helm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66928" y="3154680"/>
            <a:ext cx="128016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918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Deploy, expose, scale, update and package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4343400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480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Tecnológico de Toluca · Daniel E. González Ramírez · 24 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day 3 · k8s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Kubernetes?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8138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runs containers on ONE machine. What if you need many, on many?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orchestrates: deploys them, restarts them if they die, scales them.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state: you say "I want 4 replicas" and K8s keeps it.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industry standard for running containers in production.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a cluster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3886200" cy="2743200"/>
          </a:xfrm>
          <a:prstGeom prst="roundRect">
            <a:avLst>
              <a:gd name="adj" fmla="val 1667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" y="1764792"/>
            <a:ext cx="73152" cy="25968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828800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PLANE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" y="2221992"/>
            <a:ext cx="337413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331720"/>
            <a:ext cx="341071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"brain"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and schedules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desired state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Server, scheduler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3931920" cy="2743200"/>
          </a:xfrm>
          <a:prstGeom prst="roundRect">
            <a:avLst>
              <a:gd name="adj" fmla="val 1667"/>
            </a:avLst>
          </a:prstGeom>
          <a:solidFill>
            <a:srgbClr val="13283C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77156" y="1764792"/>
            <a:ext cx="73152" cy="259689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4919472" y="182880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NODES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19472" y="2221992"/>
            <a:ext cx="341985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2331720"/>
            <a:ext cx="345643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machines that work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live here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run the containers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report their status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vocabulary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objects we'll use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66928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Smallest unit; wraps the container(s)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Manages replicas and updates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access point to the Pods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Namespace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 division of the cluster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ConfigMap / Secret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and sensitive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hierarchy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→ ReplicaSet → Pods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94560"/>
            <a:ext cx="2602992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340864"/>
            <a:ext cx="2383536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2304288"/>
            <a:ext cx="252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115056" y="219456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16224" y="2194560"/>
            <a:ext cx="2602992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5952" y="2340864"/>
            <a:ext cx="2383536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3352800" y="2304288"/>
            <a:ext cx="252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ReplicaSet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82640" y="219456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83808" y="2194560"/>
            <a:ext cx="2602992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3536" y="2340864"/>
            <a:ext cx="2383536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6120384" y="2304288"/>
            <a:ext cx="252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 Pod  Pod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3291840"/>
            <a:ext cx="8138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Deployment defines WHAT you want (image, replicas).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ReplicaSet guarantees HOW MANY copies.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are the running copies. If one dies, it's recreated.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manifest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Deployment in YAML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8046720" cy="2834640"/>
          </a:xfrm>
          <a:prstGeom prst="roundRect">
            <a:avLst>
              <a:gd name="adj" fmla="val 1129"/>
            </a:avLst>
          </a:prstGeom>
          <a:solidFill>
            <a:srgbClr val="060F1A"/>
          </a:solidFill>
          <a:ln w="12700">
            <a:solidFill>
              <a:srgbClr val="26486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28216"/>
            <a:ext cx="8010144" cy="274320"/>
          </a:xfrm>
          <a:prstGeom prst="rect">
            <a:avLst/>
          </a:prstGeom>
          <a:solidFill>
            <a:srgbClr val="13283C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801368"/>
            <a:ext cx="118872" cy="118872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0" name="Shape 8"/>
          <p:cNvSpPr/>
          <p:nvPr/>
        </p:nvSpPr>
        <p:spPr>
          <a:xfrm>
            <a:off x="886968" y="18013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1060704" y="18013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112264"/>
            <a:ext cx="762609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apps/v1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Deployment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 { name: academia-app }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replicas: 2                  # how many copies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selector: { matchLabels: { app: academia-app } }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image: academia-devops-app:1.0.0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expose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Service: stable access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are ephemeral (their IP changes). The Service gives a fixed address.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542032" cy="2194560"/>
          </a:xfrm>
          <a:prstGeom prst="roundRect">
            <a:avLst>
              <a:gd name="adj" fmla="val 2083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2356" y="2359152"/>
            <a:ext cx="73152" cy="204825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42316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ClusterIP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" y="2816352"/>
            <a:ext cx="2029968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926080"/>
            <a:ext cx="206654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to the cluster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via port-forward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2286000"/>
            <a:ext cx="2542032" cy="2194560"/>
          </a:xfrm>
          <a:prstGeom prst="roundRect">
            <a:avLst>
              <a:gd name="adj" fmla="val 2083"/>
            </a:avLst>
          </a:prstGeom>
          <a:solidFill>
            <a:srgbClr val="13283C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4116" y="2359152"/>
            <a:ext cx="73152" cy="204825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3456432" y="242316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NodePort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456432" y="2816352"/>
            <a:ext cx="2029968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7" name="Text 15"/>
          <p:cNvSpPr/>
          <p:nvPr/>
        </p:nvSpPr>
        <p:spPr>
          <a:xfrm>
            <a:off x="3456432" y="2926080"/>
            <a:ext cx="206654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port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node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external access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0" y="2286000"/>
            <a:ext cx="2542032" cy="2194560"/>
          </a:xfrm>
          <a:prstGeom prst="roundRect">
            <a:avLst>
              <a:gd name="adj" fmla="val 2083"/>
            </a:avLst>
          </a:prstGeom>
          <a:solidFill>
            <a:srgbClr val="13283C"/>
          </a:solidFill>
          <a:ln w="15875">
            <a:solidFill>
              <a:srgbClr val="FBBF2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82996" y="2359152"/>
            <a:ext cx="73152" cy="204825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/>
          <p:nvPr/>
        </p:nvSpPr>
        <p:spPr>
          <a:xfrm>
            <a:off x="5925312" y="242316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LoadBalancer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25312" y="2816352"/>
            <a:ext cx="2029968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2" name="Text 20"/>
          <p:cNvSpPr/>
          <p:nvPr/>
        </p:nvSpPr>
        <p:spPr>
          <a:xfrm>
            <a:off x="5925312" y="2926080"/>
            <a:ext cx="206654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IP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cloud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day 3 · config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ConfigMap vs Secret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3886200" cy="2743200"/>
          </a:xfrm>
          <a:prstGeom prst="roundRect">
            <a:avLst>
              <a:gd name="adj" fmla="val 1667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" y="1764792"/>
            <a:ext cx="73152" cy="25968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828800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ConfigMap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" y="2221992"/>
            <a:ext cx="337413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331720"/>
            <a:ext cx="341071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NON-sensitive config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APP_ENV, APP_VERSION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text, goes in git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as variables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3931920" cy="2743200"/>
          </a:xfrm>
          <a:prstGeom prst="roundRect">
            <a:avLst>
              <a:gd name="adj" fmla="val 1667"/>
            </a:avLst>
          </a:prstGeom>
          <a:solidFill>
            <a:srgbClr val="13283C"/>
          </a:solidFill>
          <a:ln w="15875">
            <a:solidFill>
              <a:srgbClr val="FB718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77156" y="1764792"/>
            <a:ext cx="73152" cy="2596896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4" name="Text 12"/>
          <p:cNvSpPr/>
          <p:nvPr/>
        </p:nvSpPr>
        <p:spPr>
          <a:xfrm>
            <a:off x="4919472" y="182880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Secret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19472" y="2221992"/>
            <a:ext cx="341985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2331720"/>
            <a:ext cx="345643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passwords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is NOT encryption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git (Vault, etc.)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mission 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Scale, update and rollback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8046720" cy="2468880"/>
          </a:xfrm>
          <a:prstGeom prst="roundRect">
            <a:avLst>
              <a:gd name="adj" fmla="val 1296"/>
            </a:avLst>
          </a:prstGeom>
          <a:solidFill>
            <a:srgbClr val="060F1A"/>
          </a:solidFill>
          <a:ln w="12700">
            <a:solidFill>
              <a:srgbClr val="26486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28216"/>
            <a:ext cx="8010144" cy="274320"/>
          </a:xfrm>
          <a:prstGeom prst="rect">
            <a:avLst/>
          </a:prstGeom>
          <a:solidFill>
            <a:srgbClr val="13283C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801368"/>
            <a:ext cx="118872" cy="118872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0" name="Shape 8"/>
          <p:cNvSpPr/>
          <p:nvPr/>
        </p:nvSpPr>
        <p:spPr>
          <a:xfrm>
            <a:off x="886968" y="18013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1060704" y="18013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112264"/>
            <a:ext cx="762609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Scale to 4 replicas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scale deployment academia-app --replicas=4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Update image (rolling update, no downtime)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set image deploy/academia-app academia-app=...:1.0.1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Roll back if something went wrong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rollout undo deployment/academia-app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42519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replaces Pods gradually: the app never goes down.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key question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replica ≠ high availability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8046720" cy="1554480"/>
          </a:xfrm>
          <a:prstGeom prst="roundRect">
            <a:avLst>
              <a:gd name="adj" fmla="val 2941"/>
            </a:avLst>
          </a:prstGeom>
          <a:solidFill>
            <a:srgbClr val="13283C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" y="1993392"/>
            <a:ext cx="91440" cy="14081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121408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single copy is a single point of failure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96112" y="28346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that Pod dies, there are seconds with no service while it's recreated. With several replicas, the rest keep serving. That's high availability.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day 3 · helm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YAML vs Helm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3886200" cy="2743200"/>
          </a:xfrm>
          <a:prstGeom prst="roundRect">
            <a:avLst>
              <a:gd name="adj" fmla="val 1667"/>
            </a:avLst>
          </a:prstGeom>
          <a:solidFill>
            <a:srgbClr val="13283C"/>
          </a:solidFill>
          <a:ln w="15875">
            <a:solidFill>
              <a:srgbClr val="9FB0C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" y="1764792"/>
            <a:ext cx="73152" cy="2596896"/>
          </a:xfrm>
          <a:prstGeom prst="rect">
            <a:avLst/>
          </a:prstGeom>
          <a:solidFill>
            <a:srgbClr val="9FB0C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828800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9FB0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YAML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" y="2221992"/>
            <a:ext cx="337413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331720"/>
            <a:ext cx="341071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environments = copy/paste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 one by one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back: manual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reuse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3931920" cy="2743200"/>
          </a:xfrm>
          <a:prstGeom prst="roundRect">
            <a:avLst>
              <a:gd name="adj" fmla="val 1667"/>
            </a:avLst>
          </a:prstGeom>
          <a:solidFill>
            <a:srgbClr val="13283C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77156" y="1764792"/>
            <a:ext cx="73152" cy="259689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4919472" y="182880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19472" y="2221992"/>
            <a:ext cx="341985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2331720"/>
            <a:ext cx="345643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chart, many values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install (all together)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rollback (1 command)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templates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mission 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Helm in action (+100 XP)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8046720" cy="1828800"/>
          </a:xfrm>
          <a:prstGeom prst="roundRect">
            <a:avLst>
              <a:gd name="adj" fmla="val 1750"/>
            </a:avLst>
          </a:prstGeom>
          <a:solidFill>
            <a:srgbClr val="060F1A"/>
          </a:solidFill>
          <a:ln w="12700">
            <a:solidFill>
              <a:srgbClr val="26486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28216"/>
            <a:ext cx="8010144" cy="274320"/>
          </a:xfrm>
          <a:prstGeom prst="rect">
            <a:avLst/>
          </a:prstGeom>
          <a:solidFill>
            <a:srgbClr val="13283C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801368"/>
            <a:ext cx="118872" cy="118872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0" name="Shape 8"/>
          <p:cNvSpPr/>
          <p:nvPr/>
        </p:nvSpPr>
        <p:spPr>
          <a:xfrm>
            <a:off x="886968" y="18013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1060704" y="18013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112264"/>
            <a:ext cx="762609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helm install academia ./academia-app-chart -n academia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helm upgrade academia ./academia-app-chart --set replicaCount=4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helm history academia -n academia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helm rollback academia 1 -n academia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replicas WITHOUT editing any YAML: just --set.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 class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 questions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8138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an application goes down?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one replica NOT high availability?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in a ConfigMap and what goes in a Secret?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Helm worth it over manual YAML?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end of day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Today: the app lives in Kubernetes.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we observe it, secure it and close with the capstone project.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 — Kubernetes and Helm</dc:title>
  <dc:subject>PptxGenJS Presentation</dc:subject>
  <dc:creator>Daniel Eduardo Gonzalez Ramirez</dc:creator>
  <cp:lastModifiedBy>Daniel Eduardo Gonzalez Ramirez</cp:lastModifiedBy>
  <cp:revision>1</cp:revision>
  <dcterms:created xsi:type="dcterms:W3CDTF">2026-06-16T00:51:56Z</dcterms:created>
  <dcterms:modified xsi:type="dcterms:W3CDTF">2026-06-16T00:51:56Z</dcterms:modified>
</cp:coreProperties>
</file>