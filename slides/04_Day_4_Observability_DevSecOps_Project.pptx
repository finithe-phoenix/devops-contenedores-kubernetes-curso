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· DAY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DevSecOps and wrap-up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128016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secure and turn it into a teaching lab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4 · observability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3 pillars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with context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1411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5643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345643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behave?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over time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+ Prometheus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82996" y="1764792"/>
            <a:ext cx="73152" cy="25968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592531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2531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1" name="Text 19"/>
          <p:cNvSpPr/>
          <p:nvPr/>
        </p:nvSpPr>
        <p:spPr>
          <a:xfrm>
            <a:off x="592531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it go?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request's journey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concept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what to watch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monitor and why?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/ memory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Saturation -&gt; slowness or restarts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Restarts? CrashLoop?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experience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Errors (5xx)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something break?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vs Readiness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388620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probe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341071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still ALIVE?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 -&gt; restart 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hangs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7156" y="1764792"/>
            <a:ext cx="73152" cy="25968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82880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 probe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19472" y="222199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331720"/>
            <a:ext cx="345643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traffic?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 -&gt; no requests sent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startup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mission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 + Grafana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11680"/>
            <a:ext cx="2602992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2157984"/>
            <a:ext cx="2383536" cy="274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2121408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/metrics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115056" y="201168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16224" y="2011680"/>
            <a:ext cx="2602992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5952" y="2157984"/>
            <a:ext cx="2383536" cy="274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352800" y="2121408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(scraping)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82640" y="201168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83808" y="2011680"/>
            <a:ext cx="2602992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3536" y="2157984"/>
            <a:ext cx="2383536" cy="274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6120384" y="2121408"/>
            <a:ext cx="252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(dashboards)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10896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"scrapes" the metrics the app exposes at /metrics.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draws them in dashboards: CPU, memory, Pod status.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(modest machines): /metrics + kubectl top + screenshots.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 vs useless vs dangerous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+ level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(host, id)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diagnose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9FB0C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14116" y="1764792"/>
            <a:ext cx="73152" cy="2596896"/>
          </a:xfrm>
          <a:prstGeom prst="rect">
            <a:avLst/>
          </a:prstGeom>
          <a:solidFill>
            <a:srgbClr val="9FB0C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9FB0C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5643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345643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says "error"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what/where/when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with nothing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82996" y="1764792"/>
            <a:ext cx="73152" cy="25968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/>
          <p:nvPr/>
        </p:nvSpPr>
        <p:spPr>
          <a:xfrm>
            <a:off x="592531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2531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1" name="Text 19"/>
          <p:cNvSpPr/>
          <p:nvPr/>
        </p:nvSpPr>
        <p:spPr>
          <a:xfrm>
            <a:off x="592531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passwords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leaked secret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activity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Incident simulation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3886200" cy="1325880"/>
          </a:xfrm>
          <a:prstGeom prst="roundRect">
            <a:avLst>
              <a:gd name="adj" fmla="val 3448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1179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Pod restarts by itself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34107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+ logs --previous -&gt; probe or OOMKilled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3931920" cy="1325880"/>
          </a:xfrm>
          <a:prstGeom prst="roundRect">
            <a:avLst>
              <a:gd name="adj" fmla="val 3448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7156" y="1764792"/>
            <a:ext cx="73152" cy="117957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82880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app responds slowly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19472" y="222199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331720"/>
            <a:ext cx="345643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maxed -&gt; scale / adjust limits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3886200" cy="1325880"/>
          </a:xfrm>
          <a:prstGeom prst="roundRect">
            <a:avLst>
              <a:gd name="adj" fmla="val 3448"/>
            </a:avLst>
          </a:prstGeom>
          <a:solidFill>
            <a:srgbClr val="13283C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2356" y="3227832"/>
            <a:ext cx="73152" cy="1179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29184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DB doesn't respond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4672" y="368503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34107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/health: db down -&gt; readiness / credentials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3154680"/>
            <a:ext cx="3931920" cy="1325880"/>
          </a:xfrm>
          <a:prstGeom prst="roundRect">
            <a:avLst>
              <a:gd name="adj" fmla="val 3448"/>
            </a:avLst>
          </a:prstGeom>
          <a:solidFill>
            <a:srgbClr val="13283C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7156" y="3227832"/>
            <a:ext cx="73152" cy="117957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329184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 green, prod fails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919472" y="368503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3794760"/>
            <a:ext cx="345643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not loaded / missing a Secret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Controls per layer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852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secrets; pinned dependencies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base, non-root, scanned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+ scan on every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securityContext, limits,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git (Secret / Vault)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GitOps, Terraform and Ansible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state in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CD / Flux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the cluster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1411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5643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345643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resources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infra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0" y="1691640"/>
            <a:ext cx="2542032" cy="274320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82996" y="1764792"/>
            <a:ext cx="73152" cy="25968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592531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Ansible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2531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1" name="Text 19"/>
          <p:cNvSpPr/>
          <p:nvPr/>
        </p:nvSpPr>
        <p:spPr>
          <a:xfrm>
            <a:off x="5925312" y="2331720"/>
            <a:ext cx="2066544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automation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CONFIGURES servers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everything ready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path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maturity roadmap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Manual  ·  2. Scripts  ·  3. Docker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CI/CD  ·  5. Kubernetes  ·  6. Helm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Observability  ·  8. DevSecOps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GitOps  ·  10. Internal platform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final mission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capstone challenge (+200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the FULL flow in ~5 minutes: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-&gt; Docker -&gt; Compose -&gt; Pipeline -&gt; Kubernetes -&gt; Scale -&gt; Security -&gt; Monitoring.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question that matters: how do you turn it into a lab for YOUR students?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assessment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Rubric and ranks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120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6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unlocked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21-24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Architect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14-20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Pilot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criteria x 3 = 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AF1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badges + achievement card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48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isn't just tools: it's teaching people to think about the whole cycle.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isn't done when it compiles: it must be tested, packaged, deployed, monitored and protected.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you! — Daniel E. González Ramírez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— Observability, DevSecOps, Project</dc:title>
  <dc:subject>PptxGenJS Presentation</dc:subject>
  <dc:creator>Daniel Eduardo Gonzalez Ramirez</dc:creator>
  <cp:lastModifiedBy>Daniel Eduardo Gonzalez Ramirez</cp:lastModifiedBy>
  <cp:revision>1</cp:revision>
  <dcterms:created xsi:type="dcterms:W3CDTF">2026-06-16T00:51:56Z</dcterms:created>
  <dcterms:modified xsi:type="dcterms:W3CDTF">2026-06-16T00:51:56Z</dcterms:modified>
</cp:coreProperties>
</file>