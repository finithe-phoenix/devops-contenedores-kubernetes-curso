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57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7185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960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DAY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DevSecOps and wrap-up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secure and turn it into a teaching lab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8046720" cy="10973"/>
          </a:xfrm>
          <a:prstGeom prst="rect">
            <a:avLst/>
          </a:prstGeom>
          <a:solidFill>
            <a:srgbClr val="28496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Tecnológico de Toluca · Daniel E. González Ramírez · 24 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 4 · observability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 pillars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42032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2296" cy="2743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276856"/>
            <a:ext cx="20848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with context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542032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691640"/>
            <a:ext cx="82296" cy="2743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3438144" y="18379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38144" y="2276856"/>
            <a:ext cx="20848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behave?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over time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+ Prometheus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1691640"/>
            <a:ext cx="2542032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691640"/>
            <a:ext cx="82296" cy="2743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5907024" y="18379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07024" y="2276856"/>
            <a:ext cx="20848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it go?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request's journey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concept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to watch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monitor and why?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/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Saturation -&gt; slowness or restarts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Restarts? CrashLoop?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experience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(5xx)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something break?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up?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health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Liveness vs Readiness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886200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2296" cy="2743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Liveness probe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276856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still ALIVE?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fails -&gt; restart it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hangs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3931920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82296" cy="2743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901184" y="183794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Readiness probe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1184" y="2276856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traffic?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fails -&gt; no requests sent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startup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mission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+ Grafana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15184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01168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/metrics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0128" y="2011680"/>
            <a:ext cx="2615184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6704" y="201168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(scraping)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71616" y="2011680"/>
            <a:ext cx="2615184" cy="777240"/>
          </a:xfrm>
          <a:prstGeom prst="roundRect">
            <a:avLst>
              <a:gd name="adj" fmla="val 8235"/>
            </a:avLst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8192" y="201168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(dashboards)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"scrapes" the metrics the app exposes at /metrics.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draws them in dashboards: CPU, memory, Pod status.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(modest machines): /metrics + kubectl top + screenshots.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vs useless vs dangerous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42032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2296" cy="2743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276856"/>
            <a:ext cx="20848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level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(host, id)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diagnose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542032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A8B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691640"/>
            <a:ext cx="82296" cy="2743200"/>
          </a:xfrm>
          <a:prstGeom prst="rect">
            <a:avLst/>
          </a:prstGeom>
          <a:solidFill>
            <a:srgbClr val="A8B4C4"/>
          </a:solidFill>
          <a:ln/>
        </p:spPr>
      </p:sp>
      <p:sp>
        <p:nvSpPr>
          <p:cNvPr id="12" name="Text 10"/>
          <p:cNvSpPr/>
          <p:nvPr/>
        </p:nvSpPr>
        <p:spPr>
          <a:xfrm>
            <a:off x="3438144" y="18379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B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USELESS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38144" y="2276856"/>
            <a:ext cx="20848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says "error"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what/where/when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with nothing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1691640"/>
            <a:ext cx="2542032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691640"/>
            <a:ext cx="82296" cy="27432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6" name="Text 14"/>
          <p:cNvSpPr/>
          <p:nvPr/>
        </p:nvSpPr>
        <p:spPr>
          <a:xfrm>
            <a:off x="5907024" y="18379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DANGEROUS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07024" y="2276856"/>
            <a:ext cx="20848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passwords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leaked secret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activity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simulation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886200" cy="1325880"/>
          </a:xfrm>
          <a:prstGeom prst="rect">
            <a:avLst/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2296" cy="13258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Pod restarts by itself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27685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+ logs --previous -&gt; probe or OOMKilled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3931920" cy="132588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82296" cy="13258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4901184" y="183794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app responds slowly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1184" y="227685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maxed -&gt; scale / adjust limits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3886200" cy="1325880"/>
          </a:xfrm>
          <a:prstGeom prst="rect">
            <a:avLst/>
          </a:prstGeom>
          <a:solidFill>
            <a:srgbClr val="12293D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154680"/>
            <a:ext cx="82296" cy="13258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300984"/>
            <a:ext cx="3502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DB doesn't respond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6384" y="373989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/health: db down -&gt; readiness / credentials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154680"/>
            <a:ext cx="3931920" cy="1325880"/>
          </a:xfrm>
          <a:prstGeom prst="rect">
            <a:avLst/>
          </a:prstGeom>
          <a:solidFill>
            <a:srgbClr val="12293D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154680"/>
            <a:ext cx="82296" cy="13258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0" name="Text 18"/>
          <p:cNvSpPr/>
          <p:nvPr/>
        </p:nvSpPr>
        <p:spPr>
          <a:xfrm>
            <a:off x="4901184" y="330098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green, prod fails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01184" y="373989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not loaded / missing a Secret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devsecops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Controls per layer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secrets; pinned dependencies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base, non-root, scanned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+ scan on every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securityContext, limits, probes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git (Secret / Vault)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GitOps, Terraform and Ansible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42032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2296" cy="2743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GitOps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276856"/>
            <a:ext cx="20848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 in git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 / Flux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the cluster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542032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691640"/>
            <a:ext cx="82296" cy="2743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3438144" y="18379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38144" y="2276856"/>
            <a:ext cx="20848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resources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infra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1691640"/>
            <a:ext cx="2542032" cy="2743200"/>
          </a:xfrm>
          <a:prstGeom prst="rect">
            <a:avLst/>
          </a:prstGeom>
          <a:solidFill>
            <a:srgbClr val="12293D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691640"/>
            <a:ext cx="82296" cy="2743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5907024" y="18379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07024" y="2276856"/>
            <a:ext cx="20848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automation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servers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everything ready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path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maturity roadmap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Manual  ·  2. Scripts  ·  3. Docker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CI/CD  ·  5. Kubernetes  ·  6. Helm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Observability  ·  8. DevSecOps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GitOps  ·  10. Internal platform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final mission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capstone challenge (+200 XP)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FULL flow in ~5 minutes: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-&gt; Docker -&gt; Compose -&gt; Pipeline -&gt; Kubernetes -&gt; Scale -&gt; Security -&gt; Monitoring.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question that matters: how do you turn it into a lab for YOUR students?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assessment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749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Rubric and ranks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unlocked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21-24 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 Architect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14-20 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Pilot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criteria x 3 = 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badges + achievement card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9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end of day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isn't just tools: it's teaching people to think about the whole cycle.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isn't done when it compiles: it must be tested, packaged, deployed, monitored and protected.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you! — Daniel E. González Ramírez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— Observability, DevSecOps, Project</dc:title>
  <dc:subject>PptxGenJS Presentation</dc:subject>
  <dc:creator>Daniel Eduardo Gonzalez Ramirez</dc:creator>
  <cp:lastModifiedBy>Daniel Eduardo Gonzalez Ramirez</cp:lastModifiedBy>
  <cp:revision>1</cp:revision>
  <dcterms:created xsi:type="dcterms:W3CDTF">2026-06-15T02:14:59Z</dcterms:created>
  <dcterms:modified xsi:type="dcterms:W3CDTF">2026-06-15T02:14:59Z</dcterms:modified>
</cp:coreProperties>
</file>