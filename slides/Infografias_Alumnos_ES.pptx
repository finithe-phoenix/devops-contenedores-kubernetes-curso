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22960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82128" y="7315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31089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ciclo de vida DevOps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412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 la idea a producción, una y otra vez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9576" y="786384"/>
            <a:ext cx="914400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417320"/>
            <a:ext cx="1021515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563624"/>
            <a:ext cx="802059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" y="1527048"/>
            <a:ext cx="9483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533579" y="141732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734747" y="1417320"/>
            <a:ext cx="1021515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44475" y="1563624"/>
            <a:ext cx="802059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1771323" y="1527048"/>
            <a:ext cx="9483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719687" y="141732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920855" y="1417320"/>
            <a:ext cx="1021515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030583" y="1563624"/>
            <a:ext cx="802059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2957431" y="1527048"/>
            <a:ext cx="9483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905794" y="141732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106962" y="1417320"/>
            <a:ext cx="1021515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16690" y="1563624"/>
            <a:ext cx="802059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4143538" y="1527048"/>
            <a:ext cx="9483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empacar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91902" y="141732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293070" y="1417320"/>
            <a:ext cx="1021515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02798" y="1563624"/>
            <a:ext cx="802059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7" name="Text 25"/>
          <p:cNvSpPr/>
          <p:nvPr/>
        </p:nvSpPr>
        <p:spPr>
          <a:xfrm>
            <a:off x="5329646" y="1527048"/>
            <a:ext cx="9483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78009" y="141732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479177" y="1417320"/>
            <a:ext cx="1021515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88905" y="1563624"/>
            <a:ext cx="802059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1" name="Text 29"/>
          <p:cNvSpPr/>
          <p:nvPr/>
        </p:nvSpPr>
        <p:spPr>
          <a:xfrm>
            <a:off x="6515753" y="1527048"/>
            <a:ext cx="9483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464117" y="141732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665285" y="1417320"/>
            <a:ext cx="1021515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775013" y="1563624"/>
            <a:ext cx="802059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5" name="Text 33"/>
          <p:cNvSpPr/>
          <p:nvPr/>
        </p:nvSpPr>
        <p:spPr>
          <a:xfrm>
            <a:off x="7701861" y="1527048"/>
            <a:ext cx="9483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</a:t>
            </a:r>
            <a:endParaRPr lang="en-US" sz="11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8046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657600"/>
                <a:gridCol w="28346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Versionas el código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/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Compilas y pruebas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npm, Maven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Empacar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Creas una imagen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Despliegas y escalas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Kubernetes, Helm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Observas la salud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Prometheus, Grafana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Escaneas vulnerabilidades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</a:tbl>
          </a:graphicData>
        </a:graphic>
      </p:graphicFrame>
      <p:sp>
        <p:nvSpPr>
          <p:cNvPr id="37" name="Shape 34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38" name="Shape 35"/>
          <p:cNvSpPr/>
          <p:nvPr/>
        </p:nvSpPr>
        <p:spPr>
          <a:xfrm>
            <a:off x="548640" y="482803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9" name="Text 36"/>
          <p:cNvSpPr/>
          <p:nvPr/>
        </p:nvSpPr>
        <p:spPr>
          <a:xfrm>
            <a:off x="713232" y="47914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 DevOps y Contenedores · Tec de Toluca · Compártelo con tus alumnos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22960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82128" y="7315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31089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Imagen vs Contenedor vs VM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412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los 3 conceptos que más se confunden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9576" y="786384"/>
            <a:ext cx="914400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325880"/>
            <a:ext cx="2679192" cy="3108960"/>
          </a:xfrm>
          <a:prstGeom prst="roundRect">
            <a:avLst>
              <a:gd name="adj" fmla="val 1706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2356" y="1399032"/>
            <a:ext cx="73152" cy="296265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1463040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" y="1856232"/>
            <a:ext cx="2167128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1965960"/>
            <a:ext cx="2203704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inmutable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"receta"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versiona con tags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imagen → N contenedores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36976" y="1325880"/>
            <a:ext cx="2679192" cy="3108960"/>
          </a:xfrm>
          <a:prstGeom prst="roundRect">
            <a:avLst>
              <a:gd name="adj" fmla="val 1706"/>
            </a:avLst>
          </a:prstGeom>
          <a:solidFill>
            <a:srgbClr val="13283C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50692" y="1399032"/>
            <a:ext cx="73152" cy="296265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3493008" y="1463040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CONTENEDOR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493008" y="1856232"/>
            <a:ext cx="2167128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8" name="Text 16"/>
          <p:cNvSpPr/>
          <p:nvPr/>
        </p:nvSpPr>
        <p:spPr>
          <a:xfrm>
            <a:off x="3493008" y="1965960"/>
            <a:ext cx="2203704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 en ejecución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"platillo"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el kernel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Arranca en segundos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16168" y="1325880"/>
            <a:ext cx="2679192" cy="3108960"/>
          </a:xfrm>
          <a:prstGeom prst="roundRect">
            <a:avLst>
              <a:gd name="adj" fmla="val 1706"/>
            </a:avLst>
          </a:prstGeom>
          <a:solidFill>
            <a:srgbClr val="13283C"/>
          </a:solidFill>
          <a:ln w="15875">
            <a:solidFill>
              <a:srgbClr val="9FB0C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29884" y="1399032"/>
            <a:ext cx="73152" cy="2962656"/>
          </a:xfrm>
          <a:prstGeom prst="rect">
            <a:avLst/>
          </a:prstGeom>
          <a:solidFill>
            <a:srgbClr val="9FB0C2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1463040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9FB0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MÁQUINA VIRTUAL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72200" y="1856232"/>
            <a:ext cx="2167128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1965960"/>
            <a:ext cx="2203704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completo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pesada (GB)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Arranca en minutos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fuerte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Hipervisor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82803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47914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 DevOps y Contenedores · Tec de Toluca · Compártelo con tus alumnos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22960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82128" y="7315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31089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— comandos esenciales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412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tu chuleta de bolsillo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9576" y="786384"/>
            <a:ext cx="914400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325880"/>
            <a:ext cx="3931920" cy="1508760"/>
          </a:xfrm>
          <a:prstGeom prst="roundRect">
            <a:avLst>
              <a:gd name="adj" fmla="val 2424"/>
            </a:avLst>
          </a:prstGeom>
          <a:solidFill>
            <a:srgbClr val="13283C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2356" y="1380744"/>
            <a:ext cx="64008" cy="13990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14173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Imágenes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" y="1709928"/>
            <a:ext cx="3547872" cy="14630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1801368"/>
            <a:ext cx="3621024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app:1.0 .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images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rmi app:1.0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node:22-alpine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325880"/>
            <a:ext cx="3931920" cy="1508760"/>
          </a:xfrm>
          <a:prstGeom prst="roundRect">
            <a:avLst>
              <a:gd name="adj" fmla="val 2424"/>
            </a:avLst>
          </a:prstGeom>
          <a:solidFill>
            <a:srgbClr val="13283C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77156" y="1380744"/>
            <a:ext cx="64008" cy="139903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4864608" y="14173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Contenedores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64608" y="1709928"/>
            <a:ext cx="3547872" cy="14630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8" name="Text 16"/>
          <p:cNvSpPr/>
          <p:nvPr/>
        </p:nvSpPr>
        <p:spPr>
          <a:xfrm>
            <a:off x="4864608" y="1801368"/>
            <a:ext cx="3621024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-p 8080:8080 app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   /   docker ps -a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stop &lt;id&gt;   docker rm &lt;id&gt;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2971800"/>
            <a:ext cx="3931920" cy="1600200"/>
          </a:xfrm>
          <a:prstGeom prst="roundRect">
            <a:avLst>
              <a:gd name="adj" fmla="val 2286"/>
            </a:avLst>
          </a:prstGeom>
          <a:solidFill>
            <a:srgbClr val="13283C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2356" y="3026664"/>
            <a:ext cx="64008" cy="149047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06324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Inspeccionar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" y="3355848"/>
            <a:ext cx="3547872" cy="14630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3447288"/>
            <a:ext cx="3621024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-f &lt;id&gt;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&lt;id&gt; sh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stats &lt;id&gt;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inspect &lt;id&gt;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2971800"/>
            <a:ext cx="3931920" cy="1600200"/>
          </a:xfrm>
          <a:prstGeom prst="roundRect">
            <a:avLst>
              <a:gd name="adj" fmla="val 2286"/>
            </a:avLst>
          </a:prstGeom>
          <a:solidFill>
            <a:srgbClr val="13283C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77156" y="3026664"/>
            <a:ext cx="64008" cy="1490472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6" name="Text 24"/>
          <p:cNvSpPr/>
          <p:nvPr/>
        </p:nvSpPr>
        <p:spPr>
          <a:xfrm>
            <a:off x="4864608" y="306324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Limpieza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64608" y="3355848"/>
            <a:ext cx="3547872" cy="14630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8" name="Text 26"/>
          <p:cNvSpPr/>
          <p:nvPr/>
        </p:nvSpPr>
        <p:spPr>
          <a:xfrm>
            <a:off x="4864608" y="3447288"/>
            <a:ext cx="3621024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system df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system prune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volume ls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network ls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482803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47914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 DevOps y Contenedores · Tec de Toluca · Compártelo con tus alumnos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22960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82128" y="7315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34D399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31089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Anatomía de un Dockerfile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412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cada línea, explicada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9576" y="786384"/>
            <a:ext cx="914400" cy="2743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371600"/>
            <a:ext cx="8046720" cy="2286000"/>
          </a:xfrm>
          <a:prstGeom prst="roundRect">
            <a:avLst>
              <a:gd name="adj" fmla="val 1400"/>
            </a:avLst>
          </a:prstGeom>
          <a:solidFill>
            <a:srgbClr val="060F1A"/>
          </a:solidFill>
          <a:ln w="12700">
            <a:solidFill>
              <a:srgbClr val="26486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1408176"/>
            <a:ext cx="8010144" cy="274320"/>
          </a:xfrm>
          <a:prstGeom prst="rect">
            <a:avLst/>
          </a:prstGeom>
          <a:solidFill>
            <a:srgbClr val="13283C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1481328"/>
            <a:ext cx="118872" cy="118872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2" name="Shape 10"/>
          <p:cNvSpPr/>
          <p:nvPr/>
        </p:nvSpPr>
        <p:spPr>
          <a:xfrm>
            <a:off x="886968" y="14813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0704" y="14813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140817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8096" y="1792224"/>
            <a:ext cx="76260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node:22-alpine        # imagen base ligera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               # carpeta de trabajo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package*.json ./      # deps primero (cache)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ci --omit=dev      # instala dependencias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src ./src             # luego el código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8080                # documenta el puerto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node                  # no correr como root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["node","src/server.js"]  # arranque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del cambio menos frecuente al más frecuente (aprovecha la cache de capas).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82803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47914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 DevOps y Contenedores · Tec de Toluca · Compártelo con tus alumnos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BF24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22960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82128" y="7315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BBF24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31089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Compose de un vistazo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412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varios contenedores, un comando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9576" y="786384"/>
            <a:ext cx="914400" cy="2743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325880"/>
            <a:ext cx="5029200" cy="3200400"/>
          </a:xfrm>
          <a:prstGeom prst="roundRect">
            <a:avLst>
              <a:gd name="adj" fmla="val 1000"/>
            </a:avLst>
          </a:prstGeom>
          <a:solidFill>
            <a:srgbClr val="060F1A"/>
          </a:solidFill>
          <a:ln w="12700">
            <a:solidFill>
              <a:srgbClr val="26486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1362456"/>
            <a:ext cx="4992624" cy="274320"/>
          </a:xfrm>
          <a:prstGeom prst="rect">
            <a:avLst/>
          </a:prstGeom>
          <a:solidFill>
            <a:srgbClr val="13283C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1435608"/>
            <a:ext cx="118872" cy="118872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2" name="Shape 10"/>
          <p:cNvSpPr/>
          <p:nvPr/>
        </p:nvSpPr>
        <p:spPr>
          <a:xfrm>
            <a:off x="886968" y="143560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0704" y="143560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13624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8096" y="1746504"/>
            <a:ext cx="460857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["8080:8080"]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 { DB_HOST: db }   # encuentra a la db por NOMBRE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 { db: { condition: service_healthy } }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postgres:16-alpine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 [ db_data:/var/lib/postgresql/data ]   # persistencia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06440" y="1325880"/>
            <a:ext cx="2788920" cy="3200400"/>
          </a:xfrm>
          <a:prstGeom prst="roundRect">
            <a:avLst>
              <a:gd name="adj" fmla="val 1311"/>
            </a:avLst>
          </a:prstGeom>
          <a:solidFill>
            <a:srgbClr val="13283C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20156" y="1380744"/>
            <a:ext cx="64008" cy="30906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6007608" y="141732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Comandos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07608" y="1709928"/>
            <a:ext cx="2404872" cy="14630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0" name="Text 18"/>
          <p:cNvSpPr/>
          <p:nvPr/>
        </p:nvSpPr>
        <p:spPr>
          <a:xfrm>
            <a:off x="6007608" y="1801368"/>
            <a:ext cx="2478024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ps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logs -f app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 -v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(borra el volumen)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82803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47914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 DevOps y Contenedores · Tec de Toluca · Compártelo con tus alumnos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22960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82128" y="7315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31089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CI/CD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412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una línea de producción para tu código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9576" y="786384"/>
            <a:ext cx="914400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371600"/>
            <a:ext cx="1219200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517904"/>
            <a:ext cx="999744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" y="1481328"/>
            <a:ext cx="114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731264" y="137160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932432" y="1371600"/>
            <a:ext cx="1219200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42160" y="1517904"/>
            <a:ext cx="999744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1969008" y="1481328"/>
            <a:ext cx="114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115056" y="137160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316224" y="1371600"/>
            <a:ext cx="1219200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25952" y="1517904"/>
            <a:ext cx="999744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3352800" y="1481328"/>
            <a:ext cx="114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98848" y="137160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700016" y="1371600"/>
            <a:ext cx="1219200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9744" y="1517904"/>
            <a:ext cx="999744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4736592" y="1481328"/>
            <a:ext cx="114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882640" y="137160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083808" y="1371600"/>
            <a:ext cx="1219200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93536" y="1517904"/>
            <a:ext cx="999744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7" name="Text 25"/>
          <p:cNvSpPr/>
          <p:nvPr/>
        </p:nvSpPr>
        <p:spPr>
          <a:xfrm>
            <a:off x="6120384" y="1481328"/>
            <a:ext cx="114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266432" y="137160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467600" y="1371600"/>
            <a:ext cx="1219200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577328" y="1517904"/>
            <a:ext cx="999744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1" name="Text 29"/>
          <p:cNvSpPr/>
          <p:nvPr/>
        </p:nvSpPr>
        <p:spPr>
          <a:xfrm>
            <a:off x="7504176" y="1481328"/>
            <a:ext cx="114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8046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931920"/>
                <a:gridCol w="21945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pasa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falla...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Trae el código al runner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/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 deps y corre pruebas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ROJO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imagen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Construye la imagen Docker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ROJO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Escanea vulnerabilidades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 / bloquea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 y despliega (CD)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</a:tbl>
          </a:graphicData>
        </a:graphic>
      </p:graphicFrame>
      <p:sp>
        <p:nvSpPr>
          <p:cNvPr id="33" name="Shape 30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34" name="Shape 31"/>
          <p:cNvSpPr/>
          <p:nvPr/>
        </p:nvSpPr>
        <p:spPr>
          <a:xfrm>
            <a:off x="548640" y="482803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5" name="Text 32"/>
          <p:cNvSpPr/>
          <p:nvPr/>
        </p:nvSpPr>
        <p:spPr>
          <a:xfrm>
            <a:off x="713232" y="47914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 DevOps y Contenedores · Tec de Toluca · Compártelo con tus alumnos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22960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82128" y="7315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31089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de Kubernetes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412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quién es quién en el clúster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9576" y="786384"/>
            <a:ext cx="914400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325880"/>
            <a:ext cx="3931920" cy="1554480"/>
          </a:xfrm>
          <a:prstGeom prst="roundRect">
            <a:avLst>
              <a:gd name="adj" fmla="val 2941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2356" y="1399032"/>
            <a:ext cx="73152" cy="14081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146304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PLANE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" y="1856232"/>
            <a:ext cx="341985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1965960"/>
            <a:ext cx="345643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cerebro: decide y programa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 el estado deseado (API Server, scheduler)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1325880"/>
            <a:ext cx="3931920" cy="1554480"/>
          </a:xfrm>
          <a:prstGeom prst="roundRect">
            <a:avLst>
              <a:gd name="adj" fmla="val 2941"/>
            </a:avLst>
          </a:prstGeom>
          <a:solidFill>
            <a:srgbClr val="13283C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77156" y="1399032"/>
            <a:ext cx="73152" cy="14081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146304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NODES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919472" y="1856232"/>
            <a:ext cx="341985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1965960"/>
            <a:ext cx="345643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máquinas que ejecutan los Pods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Reportan su estado al control plane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7607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qué sirve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Envuelve el/los contenedor(es)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Réplicas + actualizaciones (rolling)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estable (ClusterIP/NodePort/LB)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ConfigMap / Secret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Configuración / datos sensibles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1" name="Shape 18"/>
          <p:cNvSpPr/>
          <p:nvPr/>
        </p:nvSpPr>
        <p:spPr>
          <a:xfrm>
            <a:off x="548640" y="482803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2" name="Text 19"/>
          <p:cNvSpPr/>
          <p:nvPr/>
        </p:nvSpPr>
        <p:spPr>
          <a:xfrm>
            <a:off x="713232" y="47914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 DevOps y Contenedores · Tec de Toluca · Compártelo con tus alumnos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22960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82128" y="7315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34D399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31089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kubectl — comandos esenciales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412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hablar con el clúster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9576" y="786384"/>
            <a:ext cx="914400" cy="2743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325880"/>
            <a:ext cx="3931920" cy="1554480"/>
          </a:xfrm>
          <a:prstGeom prst="roundRect">
            <a:avLst>
              <a:gd name="adj" fmla="val 2353"/>
            </a:avLst>
          </a:prstGeom>
          <a:solidFill>
            <a:srgbClr val="13283C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2356" y="1380744"/>
            <a:ext cx="64008" cy="14447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14173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" y="1709928"/>
            <a:ext cx="3547872" cy="14630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1801368"/>
            <a:ext cx="3621024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pods,svc -n academia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pod &lt;pod&gt;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events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325880"/>
            <a:ext cx="3931920" cy="1554480"/>
          </a:xfrm>
          <a:prstGeom prst="roundRect">
            <a:avLst>
              <a:gd name="adj" fmla="val 2353"/>
            </a:avLst>
          </a:prstGeom>
          <a:solidFill>
            <a:srgbClr val="13283C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77156" y="1380744"/>
            <a:ext cx="64008" cy="14447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4864608" y="14173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Desplegar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64608" y="1709928"/>
            <a:ext cx="3547872" cy="14630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8" name="Text 16"/>
          <p:cNvSpPr/>
          <p:nvPr/>
        </p:nvSpPr>
        <p:spPr>
          <a:xfrm>
            <a:off x="4864608" y="1801368"/>
            <a:ext cx="3621024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archivo.yaml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status deploy/app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port-forward svc/app 8080:80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2971800"/>
            <a:ext cx="3931920" cy="1600200"/>
          </a:xfrm>
          <a:prstGeom prst="roundRect">
            <a:avLst>
              <a:gd name="adj" fmla="val 2286"/>
            </a:avLst>
          </a:prstGeom>
          <a:solidFill>
            <a:srgbClr val="13283C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2356" y="3026664"/>
            <a:ext cx="64008" cy="149047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06324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" y="3355848"/>
            <a:ext cx="3547872" cy="14630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3447288"/>
            <a:ext cx="3621024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scale deploy/app --replicas=4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set image deploy/app app=img:1.1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undo deploy/app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2971800"/>
            <a:ext cx="3931920" cy="1600200"/>
          </a:xfrm>
          <a:prstGeom prst="roundRect">
            <a:avLst>
              <a:gd name="adj" fmla="val 2286"/>
            </a:avLst>
          </a:prstGeom>
          <a:solidFill>
            <a:srgbClr val="13283C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77156" y="3026664"/>
            <a:ext cx="64008" cy="1490472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6" name="Text 24"/>
          <p:cNvSpPr/>
          <p:nvPr/>
        </p:nvSpPr>
        <p:spPr>
          <a:xfrm>
            <a:off x="4864608" y="306324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Diagnosticar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64608" y="3355848"/>
            <a:ext cx="3547872" cy="14630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8" name="Text 26"/>
          <p:cNvSpPr/>
          <p:nvPr/>
        </p:nvSpPr>
        <p:spPr>
          <a:xfrm>
            <a:off x="4864608" y="3447288"/>
            <a:ext cx="3621024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-f deploy/app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&lt;pod&gt; --previous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-w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482803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47914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 DevOps y Contenedores · Tec de Toluca · Compártelo con tus alumnos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22960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82128" y="7315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B7185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31089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Config, Secretos y Operación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412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separar config del código + operar en vivo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9576" y="786384"/>
            <a:ext cx="914400" cy="27432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325880"/>
            <a:ext cx="3931920" cy="1783080"/>
          </a:xfrm>
          <a:prstGeom prst="roundRect">
            <a:avLst>
              <a:gd name="adj" fmla="val 2564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2356" y="1399032"/>
            <a:ext cx="73152" cy="16367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146304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ConfigMap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" y="1856232"/>
            <a:ext cx="341985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1965960"/>
            <a:ext cx="3456432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NO sensible (APP_ENV...)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plano, va en git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inyecta como variables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1325880"/>
            <a:ext cx="3931920" cy="1783080"/>
          </a:xfrm>
          <a:prstGeom prst="roundRect">
            <a:avLst>
              <a:gd name="adj" fmla="val 2564"/>
            </a:avLst>
          </a:prstGeom>
          <a:solidFill>
            <a:srgbClr val="13283C"/>
          </a:solidFill>
          <a:ln w="15875">
            <a:solidFill>
              <a:srgbClr val="FB718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77156" y="1399032"/>
            <a:ext cx="73152" cy="1636776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146304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Secret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919472" y="1856232"/>
            <a:ext cx="341985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1965960"/>
            <a:ext cx="3456432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sensibles (passwords)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NO es cifrado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git (Vault, etc.)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8046720" cy="1325880"/>
          </a:xfrm>
          <a:prstGeom prst="roundRect">
            <a:avLst>
              <a:gd name="adj" fmla="val 2759"/>
            </a:avLst>
          </a:prstGeom>
          <a:solidFill>
            <a:srgbClr val="13283C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2356" y="3300984"/>
            <a:ext cx="64008" cy="121615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337560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Escalar · Actualizar · Rollback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" y="3630168"/>
            <a:ext cx="7662672" cy="14630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3721608"/>
            <a:ext cx="773582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scale deploy/app --replicas=4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set image deploy/app app=img:1.1   # rolling update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undo deploy/app             # vuelve a la version anterior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82803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47914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 DevOps y Contenedores · Tec de Toluca · Compártelo con tus alumnos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22960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82128" y="7315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34D399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31089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Helm de un vistazo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412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el gestor de paquetes de Kubernetes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9576" y="786384"/>
            <a:ext cx="914400" cy="2743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325880"/>
            <a:ext cx="3931920" cy="1554480"/>
          </a:xfrm>
          <a:prstGeom prst="roundRect">
            <a:avLst>
              <a:gd name="adj" fmla="val 2941"/>
            </a:avLst>
          </a:prstGeom>
          <a:solidFill>
            <a:srgbClr val="13283C"/>
          </a:solidFill>
          <a:ln w="15875">
            <a:solidFill>
              <a:srgbClr val="9FB0C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2356" y="1399032"/>
            <a:ext cx="73152" cy="1408176"/>
          </a:xfrm>
          <a:prstGeom prst="rect">
            <a:avLst/>
          </a:prstGeom>
          <a:solidFill>
            <a:srgbClr val="9FB0C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146304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9FB0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YAML manual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" y="1856232"/>
            <a:ext cx="341985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1965960"/>
            <a:ext cx="345643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ambientes = copiar/pegar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manual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de reutilizar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1325880"/>
            <a:ext cx="3931920" cy="1554480"/>
          </a:xfrm>
          <a:prstGeom prst="roundRect">
            <a:avLst>
              <a:gd name="adj" fmla="val 2941"/>
            </a:avLst>
          </a:prstGeom>
          <a:solidFill>
            <a:srgbClr val="13283C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77156" y="1399032"/>
            <a:ext cx="73152" cy="14081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146304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Helm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919472" y="1856232"/>
            <a:ext cx="341985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1965960"/>
            <a:ext cx="345643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chart, muchos values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rollback en 1 comando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reutilizables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017520"/>
            <a:ext cx="8046720" cy="1554480"/>
          </a:xfrm>
          <a:prstGeom prst="roundRect">
            <a:avLst>
              <a:gd name="adj" fmla="val 2353"/>
            </a:avLst>
          </a:prstGeom>
          <a:solidFill>
            <a:srgbClr val="13283C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2356" y="3072384"/>
            <a:ext cx="64008" cy="14447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108960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Comandos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" y="3401568"/>
            <a:ext cx="7662672" cy="14630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3493008"/>
            <a:ext cx="7735824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academia ./chart -n academia --create-namespace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upgrade academia ./chart --set replicaCount=4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history academia   /   helm rollback academia 1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uninstall academia -n academia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82803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47914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 DevOps y Contenedores · Tec de Toluca · Compártelo con tus alumnos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22960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82128" y="7315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B7185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31089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DevSecOps: seguridad shift-left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412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seguridad en cada capa, no al final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9576" y="786384"/>
            <a:ext cx="914400" cy="27432"/>
          </a:xfrm>
          <a:prstGeom prst="rect">
            <a:avLst/>
          </a:prstGeom>
          <a:solidFill>
            <a:srgbClr val="FB7185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840480"/>
                <a:gridCol w="24688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mínimo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secretos; deps fijadas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trivy fs, npm 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ligera, no root, escaneada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trivy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+ scan en cada cambio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securityContext, límites, probes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trivy 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Fuera de git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Secret, Vault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40690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 detecta; el criterio humano decide.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482803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0"/>
          <p:cNvSpPr/>
          <p:nvPr/>
        </p:nvSpPr>
        <p:spPr>
          <a:xfrm>
            <a:off x="713232" y="47914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 DevOps y Contenedores · Tec de Toluca · Compártelo con tus alumnos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22960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82128" y="7315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31089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Observabilidad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412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¿está viva? ¿sana? ¿por qué falló?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9576" y="786384"/>
            <a:ext cx="914400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325880"/>
            <a:ext cx="2679192" cy="1783080"/>
          </a:xfrm>
          <a:prstGeom prst="roundRect">
            <a:avLst>
              <a:gd name="adj" fmla="val 2564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2356" y="1399032"/>
            <a:ext cx="73152" cy="16367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1463040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" y="1856232"/>
            <a:ext cx="2167128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1965960"/>
            <a:ext cx="2203704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pasó?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con contexto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logs -f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36976" y="1325880"/>
            <a:ext cx="2679192" cy="1783080"/>
          </a:xfrm>
          <a:prstGeom prst="roundRect">
            <a:avLst>
              <a:gd name="adj" fmla="val 2564"/>
            </a:avLst>
          </a:prstGeom>
          <a:solidFill>
            <a:srgbClr val="13283C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50692" y="1399032"/>
            <a:ext cx="73152" cy="16367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3493008" y="1463040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MÉTRICAS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493008" y="1856232"/>
            <a:ext cx="2167128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8" name="Text 16"/>
          <p:cNvSpPr/>
          <p:nvPr/>
        </p:nvSpPr>
        <p:spPr>
          <a:xfrm>
            <a:off x="3493008" y="1965960"/>
            <a:ext cx="2203704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comporta?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en el tiempo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16168" y="1325880"/>
            <a:ext cx="2679192" cy="1783080"/>
          </a:xfrm>
          <a:prstGeom prst="roundRect">
            <a:avLst>
              <a:gd name="adj" fmla="val 2564"/>
            </a:avLst>
          </a:prstGeom>
          <a:solidFill>
            <a:srgbClr val="13283C"/>
          </a:solidFill>
          <a:ln w="15875">
            <a:solidFill>
              <a:srgbClr val="FBBF2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29884" y="1399032"/>
            <a:ext cx="73152" cy="16367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1463040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TRAZAS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72200" y="1856232"/>
            <a:ext cx="2167128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1965960"/>
            <a:ext cx="2203704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dónde pasó?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de petición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(avanzado)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246120"/>
            <a:ext cx="8046720" cy="1325880"/>
          </a:xfrm>
          <a:prstGeom prst="roundRect">
            <a:avLst>
              <a:gd name="adj" fmla="val 2759"/>
            </a:avLst>
          </a:prstGeom>
          <a:solidFill>
            <a:srgbClr val="13283C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2356" y="3300984"/>
            <a:ext cx="64008" cy="1216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3337560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9808" y="3630168"/>
            <a:ext cx="7662672" cy="14630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3721608"/>
            <a:ext cx="773582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readinessProbe -&gt; /health   # LISTA para tráfico?  (no envía peticiones si falla)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livenessProbe  -&gt; /health   # sigue VIVA?         (la reinicia si falla)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482803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47914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 DevOps y Contenedores · Tec de Toluca · Compártelo con tus alumnos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BF24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22960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82128" y="7315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BBF24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31089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Mapa de misiones del curso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412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completa misiones, gana XP y medallas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9576" y="786384"/>
            <a:ext cx="914400" cy="27432"/>
          </a:xfrm>
          <a:prstGeom prst="rect">
            <a:avLst/>
          </a:prstGeom>
          <a:solidFill>
            <a:srgbClr val="FBBF24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035040"/>
                <a:gridCol w="128016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Misión / Medalla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— Capitán de Contenedores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Compose — Maestro Multicontenedor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 — Automatizador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Trivy — Guardián Shift-Left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 — Timonel del Clúster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Config/Secret — Custodio de Secretos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Escalar/Rollback — Operador en Vivo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Helm — Empaquetador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Monitoreo — Observador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 final — Arquitect@ DevOps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482803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" y="47914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 DevOps y Contenedores · Tec de Toluca · Compártelo con tus alumnos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22960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82128" y="7315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34D399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31089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Glosario rápido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412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los términos que más vas a oír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9576" y="786384"/>
            <a:ext cx="914400" cy="2743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7160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Imagen: plantilla de la app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Contenedor: imagen en ejecución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Pod: unidad mínima en K8s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gestiona réplicas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Service: acceso estable a Pods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Namespace: división del clúster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ConfigMap: config no sensible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63440" y="137160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Secret: datos sensibles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Helm: paquetes de K8s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build/test/deploy automático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pasos automatizados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Observabilidad: logs, métricas, trazas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DevSecOps: seguridad integrada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Rollback: volver a la versión previa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482803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47914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 DevOps y Contenedores · Tec de Toluca · Compártelo con tus alumnos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Infografías para alumnos — DevOps</dc:title>
  <dc:subject>PptxGenJS Presentation</dc:subject>
  <dc:creator>Daniel Eduardo Gonzalez Ramirez</dc:creator>
  <cp:lastModifiedBy>Daniel Eduardo Gonzalez Ramirez</cp:lastModifiedBy>
  <cp:revision>1</cp:revision>
  <dcterms:created xsi:type="dcterms:W3CDTF">2026-06-16T00:35:12Z</dcterms:created>
  <dcterms:modified xsi:type="dcterms:W3CDTF">2026-06-16T00:35:12Z</dcterms:modified>
</cp:coreProperties>
</file>