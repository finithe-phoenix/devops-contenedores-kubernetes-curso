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832104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B7185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960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4D399">
              <a:alpha val="7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WORKSHOP · DAY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DevOps Fundamentals,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 and Docker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1280160" cy="3657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2918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source code to a running container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4343400"/>
            <a:ext cx="8046720" cy="10973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44805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Tecnológico de Toluca · Daniel E. González Ramírez · 24 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agenda · 4 days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journey of the next 4 days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828800"/>
            <a:ext cx="1911096" cy="822960"/>
          </a:xfrm>
          <a:prstGeom prst="roundRect">
            <a:avLst>
              <a:gd name="adj" fmla="val 8889"/>
            </a:avLst>
          </a:prstGeom>
          <a:solidFill>
            <a:srgbClr val="13283C"/>
          </a:solidFill>
          <a:ln w="15875">
            <a:solidFill>
              <a:srgbClr val="22D3E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8368" y="1975104"/>
            <a:ext cx="1691640" cy="27432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585216" y="1938528"/>
            <a:ext cx="18379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23160" y="1828800"/>
            <a:ext cx="237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624328" y="1828800"/>
            <a:ext cx="1911096" cy="822960"/>
          </a:xfrm>
          <a:prstGeom prst="roundRect">
            <a:avLst>
              <a:gd name="adj" fmla="val 8889"/>
            </a:avLst>
          </a:prstGeom>
          <a:solidFill>
            <a:srgbClr val="13283C"/>
          </a:solidFill>
          <a:ln w="15875">
            <a:solidFill>
              <a:srgbClr val="22D3E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34056" y="1975104"/>
            <a:ext cx="1691640" cy="27432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3" name="Text 11"/>
          <p:cNvSpPr/>
          <p:nvPr/>
        </p:nvSpPr>
        <p:spPr>
          <a:xfrm>
            <a:off x="2660904" y="1938528"/>
            <a:ext cx="18379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+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498848" y="1828800"/>
            <a:ext cx="237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700016" y="1828800"/>
            <a:ext cx="1911096" cy="822960"/>
          </a:xfrm>
          <a:prstGeom prst="roundRect">
            <a:avLst>
              <a:gd name="adj" fmla="val 8889"/>
            </a:avLst>
          </a:prstGeom>
          <a:solidFill>
            <a:srgbClr val="13283C"/>
          </a:solidFill>
          <a:ln w="15875">
            <a:solidFill>
              <a:srgbClr val="22D3E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09744" y="1975104"/>
            <a:ext cx="1691640" cy="27432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7" name="Text 15"/>
          <p:cNvSpPr/>
          <p:nvPr/>
        </p:nvSpPr>
        <p:spPr>
          <a:xfrm>
            <a:off x="4736592" y="1938528"/>
            <a:ext cx="18379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Helm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574536" y="1828800"/>
            <a:ext cx="237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775704" y="1828800"/>
            <a:ext cx="1911096" cy="822960"/>
          </a:xfrm>
          <a:prstGeom prst="roundRect">
            <a:avLst>
              <a:gd name="adj" fmla="val 8889"/>
            </a:avLst>
          </a:prstGeom>
          <a:solidFill>
            <a:srgbClr val="13283C"/>
          </a:solidFill>
          <a:ln w="15875">
            <a:solidFill>
              <a:srgbClr val="22D3E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85432" y="1975104"/>
            <a:ext cx="1691640" cy="27432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1" name="Text 19"/>
          <p:cNvSpPr/>
          <p:nvPr/>
        </p:nvSpPr>
        <p:spPr>
          <a:xfrm>
            <a:off x="6812280" y="1938528"/>
            <a:ext cx="18379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+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81381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1: we containerize an app from scratch.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we run it with its database and automate it.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3: we deploy, scale and update it on Kubernetes.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4: we monitor it, secure it and turn it into a teaching lab.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"It works on my machine"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920240"/>
            <a:ext cx="8046720" cy="1554480"/>
          </a:xfrm>
          <a:prstGeom prst="roundRect">
            <a:avLst>
              <a:gd name="adj" fmla="val 2941"/>
            </a:avLst>
          </a:prstGeom>
          <a:solidFill>
            <a:srgbClr val="13283C"/>
          </a:solidFill>
          <a:ln w="19050">
            <a:solidFill>
              <a:srgbClr val="FB7185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2356" y="1993392"/>
            <a:ext cx="91440" cy="1408176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2121408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B71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classic we all know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96112" y="28346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runs on your laptop... and breaks on the student's, on the server, or in review. Different versions, dependencies and operating systems.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365760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exists so it "works everywhere", not just on one machine.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concept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DevOps?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Culture: development and operations work together, not in silos.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Automation: build, tests, deploy and monitoring with no manual steps.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Integration: dev + test + security + operations in a single flow.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not a tool: it's a way of thinking about the full software lifecycle.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the modern flow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cycle: from idea to production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920240"/>
            <a:ext cx="1021515" cy="822960"/>
          </a:xfrm>
          <a:prstGeom prst="roundRect">
            <a:avLst>
              <a:gd name="adj" fmla="val 8889"/>
            </a:avLst>
          </a:prstGeom>
          <a:solidFill>
            <a:srgbClr val="13283C"/>
          </a:solidFill>
          <a:ln w="15875">
            <a:solidFill>
              <a:srgbClr val="22D3E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8368" y="2066544"/>
            <a:ext cx="802059" cy="27432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585216" y="2029968"/>
            <a:ext cx="94836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533579" y="1920240"/>
            <a:ext cx="237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734747" y="1920240"/>
            <a:ext cx="1021515" cy="822960"/>
          </a:xfrm>
          <a:prstGeom prst="roundRect">
            <a:avLst>
              <a:gd name="adj" fmla="val 8889"/>
            </a:avLst>
          </a:prstGeom>
          <a:solidFill>
            <a:srgbClr val="13283C"/>
          </a:solidFill>
          <a:ln w="15875">
            <a:solidFill>
              <a:srgbClr val="22D3E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844475" y="2066544"/>
            <a:ext cx="802059" cy="27432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3" name="Text 11"/>
          <p:cNvSpPr/>
          <p:nvPr/>
        </p:nvSpPr>
        <p:spPr>
          <a:xfrm>
            <a:off x="1771323" y="2029968"/>
            <a:ext cx="94836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719687" y="1920240"/>
            <a:ext cx="237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920855" y="1920240"/>
            <a:ext cx="1021515" cy="822960"/>
          </a:xfrm>
          <a:prstGeom prst="roundRect">
            <a:avLst>
              <a:gd name="adj" fmla="val 8889"/>
            </a:avLst>
          </a:prstGeom>
          <a:solidFill>
            <a:srgbClr val="13283C"/>
          </a:solidFill>
          <a:ln w="15875">
            <a:solidFill>
              <a:srgbClr val="22D3E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030583" y="2066544"/>
            <a:ext cx="802059" cy="27432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7" name="Text 15"/>
          <p:cNvSpPr/>
          <p:nvPr/>
        </p:nvSpPr>
        <p:spPr>
          <a:xfrm>
            <a:off x="2957431" y="2029968"/>
            <a:ext cx="94836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905794" y="1920240"/>
            <a:ext cx="237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106962" y="1920240"/>
            <a:ext cx="1021515" cy="822960"/>
          </a:xfrm>
          <a:prstGeom prst="roundRect">
            <a:avLst>
              <a:gd name="adj" fmla="val 8889"/>
            </a:avLst>
          </a:prstGeom>
          <a:solidFill>
            <a:srgbClr val="13283C"/>
          </a:solidFill>
          <a:ln w="15875">
            <a:solidFill>
              <a:srgbClr val="22D3E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216690" y="2066544"/>
            <a:ext cx="802059" cy="27432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1" name="Text 19"/>
          <p:cNvSpPr/>
          <p:nvPr/>
        </p:nvSpPr>
        <p:spPr>
          <a:xfrm>
            <a:off x="4143538" y="2029968"/>
            <a:ext cx="94836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091902" y="1920240"/>
            <a:ext cx="237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293070" y="1920240"/>
            <a:ext cx="1021515" cy="822960"/>
          </a:xfrm>
          <a:prstGeom prst="roundRect">
            <a:avLst>
              <a:gd name="adj" fmla="val 8889"/>
            </a:avLst>
          </a:prstGeom>
          <a:solidFill>
            <a:srgbClr val="13283C"/>
          </a:solidFill>
          <a:ln w="15875">
            <a:solidFill>
              <a:srgbClr val="22D3E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02798" y="2066544"/>
            <a:ext cx="802059" cy="27432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5" name="Text 23"/>
          <p:cNvSpPr/>
          <p:nvPr/>
        </p:nvSpPr>
        <p:spPr>
          <a:xfrm>
            <a:off x="5329646" y="2029968"/>
            <a:ext cx="94836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278009" y="1920240"/>
            <a:ext cx="237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479177" y="1920240"/>
            <a:ext cx="1021515" cy="822960"/>
          </a:xfrm>
          <a:prstGeom prst="roundRect">
            <a:avLst>
              <a:gd name="adj" fmla="val 8889"/>
            </a:avLst>
          </a:prstGeom>
          <a:solidFill>
            <a:srgbClr val="13283C"/>
          </a:solidFill>
          <a:ln w="15875">
            <a:solidFill>
              <a:srgbClr val="22D3E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588905" y="2066544"/>
            <a:ext cx="802059" cy="27432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9" name="Text 27"/>
          <p:cNvSpPr/>
          <p:nvPr/>
        </p:nvSpPr>
        <p:spPr>
          <a:xfrm>
            <a:off x="6515753" y="2029968"/>
            <a:ext cx="94836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464117" y="1920240"/>
            <a:ext cx="237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7665285" y="1920240"/>
            <a:ext cx="1021515" cy="822960"/>
          </a:xfrm>
          <a:prstGeom prst="roundRect">
            <a:avLst>
              <a:gd name="adj" fmla="val 8889"/>
            </a:avLst>
          </a:prstGeom>
          <a:solidFill>
            <a:srgbClr val="13283C"/>
          </a:solidFill>
          <a:ln w="15875">
            <a:solidFill>
              <a:srgbClr val="22D3E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775013" y="2066544"/>
            <a:ext cx="802059" cy="27432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3" name="Text 31"/>
          <p:cNvSpPr/>
          <p:nvPr/>
        </p:nvSpPr>
        <p:spPr>
          <a:xfrm>
            <a:off x="7701861" y="2029968"/>
            <a:ext cx="94836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3017520"/>
            <a:ext cx="8138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automated and always repeats identically.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fails early, it never reaches production.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don't confuse them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DevOps vs CI/CD vs SRE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691640"/>
            <a:ext cx="2542032" cy="2834640"/>
          </a:xfrm>
          <a:prstGeom prst="roundRect">
            <a:avLst>
              <a:gd name="adj" fmla="val 1799"/>
            </a:avLst>
          </a:prstGeom>
          <a:solidFill>
            <a:srgbClr val="13283C"/>
          </a:solidFill>
          <a:ln w="15875">
            <a:solidFill>
              <a:srgbClr val="22D3E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2356" y="1764792"/>
            <a:ext cx="73152" cy="268833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828800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DevOps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" y="2221992"/>
            <a:ext cx="2029968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2331720"/>
            <a:ext cx="2066544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culture and practices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Unites dev + ops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"what" and "why"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200400" y="1691640"/>
            <a:ext cx="2542032" cy="2834640"/>
          </a:xfrm>
          <a:prstGeom prst="roundRect">
            <a:avLst>
              <a:gd name="adj" fmla="val 1799"/>
            </a:avLst>
          </a:prstGeom>
          <a:solidFill>
            <a:srgbClr val="13283C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14116" y="1764792"/>
            <a:ext cx="73152" cy="2688336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1828800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CI/CD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456432" y="2221992"/>
            <a:ext cx="2029968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16" name="Text 14"/>
          <p:cNvSpPr/>
          <p:nvPr/>
        </p:nvSpPr>
        <p:spPr>
          <a:xfrm>
            <a:off x="3456432" y="2331720"/>
            <a:ext cx="2066544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automation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test, deploy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technical "how"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0" y="1691640"/>
            <a:ext cx="2542032" cy="2834640"/>
          </a:xfrm>
          <a:prstGeom prst="roundRect">
            <a:avLst>
              <a:gd name="adj" fmla="val 1799"/>
            </a:avLst>
          </a:prstGeom>
          <a:solidFill>
            <a:srgbClr val="13283C"/>
          </a:solidFill>
          <a:ln w="15875">
            <a:solidFill>
              <a:srgbClr val="FBBF24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682996" y="1764792"/>
            <a:ext cx="73152" cy="268833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9" name="Text 17"/>
          <p:cNvSpPr/>
          <p:nvPr/>
        </p:nvSpPr>
        <p:spPr>
          <a:xfrm>
            <a:off x="5925312" y="1828800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SRE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25312" y="2221992"/>
            <a:ext cx="2029968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21" name="Text 19"/>
          <p:cNvSpPr/>
          <p:nvPr/>
        </p:nvSpPr>
        <p:spPr>
          <a:xfrm>
            <a:off x="5925312" y="2331720"/>
            <a:ext cx="2066544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 with engineering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SLOs, reliability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"how well"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day 1 · git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Git: the base of the whole flow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45920"/>
            <a:ext cx="8138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starts versioned: repository, commits, branches.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→ commit → push → pull request → merge.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professional repo: README, .gitignore, releases.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154680"/>
            <a:ext cx="8046720" cy="1463040"/>
          </a:xfrm>
          <a:prstGeom prst="roundRect">
            <a:avLst>
              <a:gd name="adj" fmla="val 2188"/>
            </a:avLst>
          </a:prstGeom>
          <a:solidFill>
            <a:srgbClr val="060F1A"/>
          </a:solidFill>
          <a:ln w="12700">
            <a:solidFill>
              <a:srgbClr val="264862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66928" y="3191256"/>
            <a:ext cx="8010144" cy="274320"/>
          </a:xfrm>
          <a:prstGeom prst="rect">
            <a:avLst/>
          </a:prstGeom>
          <a:solidFill>
            <a:srgbClr val="13283C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3264408"/>
            <a:ext cx="118872" cy="118872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1" name="Shape 9"/>
          <p:cNvSpPr/>
          <p:nvPr/>
        </p:nvSpPr>
        <p:spPr>
          <a:xfrm>
            <a:off x="886968" y="3264408"/>
            <a:ext cx="118872" cy="118872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2" name="Shape 10"/>
          <p:cNvSpPr/>
          <p:nvPr/>
        </p:nvSpPr>
        <p:spPr>
          <a:xfrm>
            <a:off x="1060704" y="3264408"/>
            <a:ext cx="118872" cy="11887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3" name="Text 11"/>
          <p:cNvSpPr/>
          <p:nvPr/>
        </p:nvSpPr>
        <p:spPr>
          <a:xfrm>
            <a:off x="768096" y="3575304"/>
            <a:ext cx="762609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clone &lt;course-repo&gt;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checkout -b feature/dockerfile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add . &amp;&amp; git commit -m "feat: add Dockerfile"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push origin feature/dockerfile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day 1 · docker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Docker: what problem does it solve?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packages the app WITH everything it needs to run.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image runs identically on your laptop, in CI and on the server.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Goodbye to "install these 12 things before running".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and fast: it shares the system kernel (not a full VM).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key concept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Image vs Container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691640"/>
            <a:ext cx="3886200" cy="2743200"/>
          </a:xfrm>
          <a:prstGeom prst="roundRect">
            <a:avLst>
              <a:gd name="adj" fmla="val 1667"/>
            </a:avLst>
          </a:prstGeom>
          <a:solidFill>
            <a:srgbClr val="13283C"/>
          </a:solidFill>
          <a:ln w="15875">
            <a:solidFill>
              <a:srgbClr val="22D3E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2356" y="1764792"/>
            <a:ext cx="73152" cy="259689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828800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" y="2221992"/>
            <a:ext cx="3374136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2331720"/>
            <a:ext cx="3410712" cy="1956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template (the recipe)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with: docker build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image → many containers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63440" y="1691640"/>
            <a:ext cx="3931920" cy="2743200"/>
          </a:xfrm>
          <a:prstGeom prst="roundRect">
            <a:avLst>
              <a:gd name="adj" fmla="val 1667"/>
            </a:avLst>
          </a:prstGeom>
          <a:solidFill>
            <a:srgbClr val="13283C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77156" y="1764792"/>
            <a:ext cx="73152" cy="2596896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4919472" y="1828800"/>
            <a:ext cx="3529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919472" y="2221992"/>
            <a:ext cx="3419856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16" name="Text 14"/>
          <p:cNvSpPr/>
          <p:nvPr/>
        </p:nvSpPr>
        <p:spPr>
          <a:xfrm>
            <a:off x="4919472" y="2331720"/>
            <a:ext cx="3456432" cy="1956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instance (the dish)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with: docker run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its own state and lifecycle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comparison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 vs Virtual Machine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691640"/>
            <a:ext cx="3886200" cy="2743200"/>
          </a:xfrm>
          <a:prstGeom prst="roundRect">
            <a:avLst>
              <a:gd name="adj" fmla="val 1667"/>
            </a:avLst>
          </a:prstGeom>
          <a:solidFill>
            <a:srgbClr val="13283C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2356" y="1764792"/>
            <a:ext cx="73152" cy="2596896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828800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" y="2221992"/>
            <a:ext cx="3374136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2331720"/>
            <a:ext cx="3410712" cy="1956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 the host kernel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in seconds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 in size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for microservices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63440" y="1691640"/>
            <a:ext cx="3931920" cy="2743200"/>
          </a:xfrm>
          <a:prstGeom prst="roundRect">
            <a:avLst>
              <a:gd name="adj" fmla="val 1667"/>
            </a:avLst>
          </a:prstGeom>
          <a:solidFill>
            <a:srgbClr val="13283C"/>
          </a:solidFill>
          <a:ln w="15875">
            <a:solidFill>
              <a:srgbClr val="9FB0C2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77156" y="1764792"/>
            <a:ext cx="73152" cy="2596896"/>
          </a:xfrm>
          <a:prstGeom prst="rect">
            <a:avLst/>
          </a:prstGeom>
          <a:solidFill>
            <a:srgbClr val="9FB0C2"/>
          </a:solidFill>
          <a:ln/>
        </p:spPr>
      </p:sp>
      <p:sp>
        <p:nvSpPr>
          <p:cNvPr id="14" name="Text 12"/>
          <p:cNvSpPr/>
          <p:nvPr/>
        </p:nvSpPr>
        <p:spPr>
          <a:xfrm>
            <a:off x="4919472" y="1828800"/>
            <a:ext cx="3529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9FB0C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VIRTUAL MACHINE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919472" y="2221992"/>
            <a:ext cx="3419856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16" name="Text 14"/>
          <p:cNvSpPr/>
          <p:nvPr/>
        </p:nvSpPr>
        <p:spPr>
          <a:xfrm>
            <a:off x="4919472" y="2331720"/>
            <a:ext cx="3456432" cy="1956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OS per machine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in minutes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 in size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isolation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day 1 · dockerfile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Anatomy of a Dockerfile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691640"/>
            <a:ext cx="8046720" cy="2834640"/>
          </a:xfrm>
          <a:prstGeom prst="roundRect">
            <a:avLst>
              <a:gd name="adj" fmla="val 1129"/>
            </a:avLst>
          </a:prstGeom>
          <a:solidFill>
            <a:srgbClr val="060F1A"/>
          </a:solidFill>
          <a:ln w="12700">
            <a:solidFill>
              <a:srgbClr val="264862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728216"/>
            <a:ext cx="8010144" cy="274320"/>
          </a:xfrm>
          <a:prstGeom prst="rect">
            <a:avLst/>
          </a:prstGeom>
          <a:solidFill>
            <a:srgbClr val="13283C"/>
          </a:solidFill>
          <a:ln/>
        </p:spPr>
      </p:sp>
      <p:sp>
        <p:nvSpPr>
          <p:cNvPr id="9" name="Shape 7"/>
          <p:cNvSpPr/>
          <p:nvPr/>
        </p:nvSpPr>
        <p:spPr>
          <a:xfrm>
            <a:off x="713232" y="1801368"/>
            <a:ext cx="118872" cy="118872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0" name="Shape 8"/>
          <p:cNvSpPr/>
          <p:nvPr/>
        </p:nvSpPr>
        <p:spPr>
          <a:xfrm>
            <a:off x="886968" y="1801368"/>
            <a:ext cx="118872" cy="118872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1" name="Shape 9"/>
          <p:cNvSpPr/>
          <p:nvPr/>
        </p:nvSpPr>
        <p:spPr>
          <a:xfrm>
            <a:off x="1060704" y="1801368"/>
            <a:ext cx="118872" cy="11887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112264"/>
            <a:ext cx="7626096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node:22-alpine           # lightweight base image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                  # working directory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package*.json ./         # deps first (layer cache)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npm ci --omit=dev         # install dependencies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src ./src                # then the code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8080                   # documents the port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node                     # do NOT run as root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["node", "src/server.js"]  # startup command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best practices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Dockerfile: insecure vs secure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691640"/>
            <a:ext cx="3886200" cy="2743200"/>
          </a:xfrm>
          <a:prstGeom prst="roundRect">
            <a:avLst>
              <a:gd name="adj" fmla="val 1667"/>
            </a:avLst>
          </a:prstGeom>
          <a:solidFill>
            <a:srgbClr val="13283C"/>
          </a:solidFill>
          <a:ln w="15875">
            <a:solidFill>
              <a:srgbClr val="FB7185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2356" y="1764792"/>
            <a:ext cx="73152" cy="2596896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828800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FB71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INSECURE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" y="2221992"/>
            <a:ext cx="3374136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2331720"/>
            <a:ext cx="3410712" cy="1956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node:22 (≈1 GB)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. . (everything, even secrets)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(with devDeps)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DB_PASSWORD=... 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as root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63440" y="1691640"/>
            <a:ext cx="3931920" cy="2743200"/>
          </a:xfrm>
          <a:prstGeom prst="roundRect">
            <a:avLst>
              <a:gd name="adj" fmla="val 1667"/>
            </a:avLst>
          </a:prstGeom>
          <a:solidFill>
            <a:srgbClr val="13283C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77156" y="1764792"/>
            <a:ext cx="73152" cy="2596896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4919472" y="1828800"/>
            <a:ext cx="3529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919472" y="2221992"/>
            <a:ext cx="3419856" cy="16459"/>
          </a:xfrm>
          <a:prstGeom prst="rect">
            <a:avLst/>
          </a:prstGeom>
          <a:solidFill>
            <a:srgbClr val="264862"/>
          </a:solidFill>
          <a:ln/>
        </p:spPr>
      </p:sp>
      <p:sp>
        <p:nvSpPr>
          <p:cNvPr id="16" name="Text 14"/>
          <p:cNvSpPr/>
          <p:nvPr/>
        </p:nvSpPr>
        <p:spPr>
          <a:xfrm>
            <a:off x="4919472" y="2331720"/>
            <a:ext cx="3456432" cy="1956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node:22-alpine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.dockerignore + selective copy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ci --omit=dev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via env var/Secret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node + HEALTHCHECK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mission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1 — Container Captain (+100 XP)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459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app image and run it; /health responds.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8046720" cy="1828800"/>
          </a:xfrm>
          <a:prstGeom prst="roundRect">
            <a:avLst>
              <a:gd name="adj" fmla="val 1750"/>
            </a:avLst>
          </a:prstGeom>
          <a:solidFill>
            <a:srgbClr val="060F1A"/>
          </a:solidFill>
          <a:ln w="12700">
            <a:solidFill>
              <a:srgbClr val="264862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66928" y="2322576"/>
            <a:ext cx="8010144" cy="274320"/>
          </a:xfrm>
          <a:prstGeom prst="rect">
            <a:avLst/>
          </a:prstGeom>
          <a:solidFill>
            <a:srgbClr val="13283C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2395728"/>
            <a:ext cx="118872" cy="118872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1" name="Shape 9"/>
          <p:cNvSpPr/>
          <p:nvPr/>
        </p:nvSpPr>
        <p:spPr>
          <a:xfrm>
            <a:off x="886968" y="2395728"/>
            <a:ext cx="118872" cy="118872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2" name="Shape 10"/>
          <p:cNvSpPr/>
          <p:nvPr/>
        </p:nvSpPr>
        <p:spPr>
          <a:xfrm>
            <a:off x="1060704" y="2395728"/>
            <a:ext cx="118872" cy="11887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3" name="Text 11"/>
          <p:cNvSpPr/>
          <p:nvPr/>
        </p:nvSpPr>
        <p:spPr>
          <a:xfrm>
            <a:off x="768096" y="2706624"/>
            <a:ext cx="762609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build -t academia-devops-app:1.0.0 .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-d -p 8080:8080 --name academia academia-devops-app:1.0.0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ps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http://localhost:8080/health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{"status":"UP", ...}   &lt;- mission evidence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  <a:effectLst>
            <a:outerShdw sx="100000" sy="100000" kx="0" ky="0" algn="bl" rotWithShape="0" blurRad="50800" dist="25400" dir="5400000">
              <a:srgbClr val="000000">
                <a:alpha val="4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for class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Trigger questions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298448" y="1316736"/>
            <a:ext cx="1005840" cy="32004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problem does a container solve?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go inside an image?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NEVER go inside an image?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ensure all your students have the same environment?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end of day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10312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Today: from code to container.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Tomorrow: we run it with its database and automate it with CI/CD.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1 — DevOps and Docker</dc:title>
  <dc:subject>PptxGenJS Presentation</dc:subject>
  <dc:creator>Daniel Eduardo Gonzalez Ramirez</dc:creator>
  <cp:lastModifiedBy>Daniel Eduardo Gonzalez Ramirez</cp:lastModifiedBy>
  <cp:revision>1</cp:revision>
  <dcterms:created xsi:type="dcterms:W3CDTF">2026-06-16T00:51:56Z</dcterms:created>
  <dcterms:modified xsi:type="dcterms:W3CDTF">2026-06-16T00:51:56Z</dcterms:modified>
</cp:coreProperties>
</file>