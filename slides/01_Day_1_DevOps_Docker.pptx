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7185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960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DAY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Fundamentals,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and Docker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code to a running container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Tecnológico de Toluca · Daniel E. González Ramírez · 24 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agenda · 4 days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journey of the next 4 days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924812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828800"/>
            <a:ext cx="18516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19756" y="1828800"/>
            <a:ext cx="1924812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6332" y="1828800"/>
            <a:ext cx="18516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90872" y="1828800"/>
            <a:ext cx="1924812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828800"/>
            <a:ext cx="18516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Helm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61988" y="1828800"/>
            <a:ext cx="1924812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8564" y="1828800"/>
            <a:ext cx="18516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8138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we containerize an app from scratch.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we run it with its database and automate it.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we deploy, scale and update it on Kubernetes.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we monitor it, secure it and turn it into a teaching lab.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"It works on my machine"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1554480"/>
          </a:xfrm>
          <a:prstGeom prst="rect">
            <a:avLst/>
          </a:prstGeom>
          <a:solidFill>
            <a:srgbClr val="12293D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91440" cy="15544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2140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classic we all know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runs on your laptop... and breaks on the student's, on the server, or in review. Different versions, dependencies and operating systems.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exists so it "works everywhere", not just on one machine.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DevOps?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Culture: development and operations work together, not in silos.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Automation: build, tests, deploy and monitoring with no manual steps.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dev + test + security + operations in a single flow.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 tool: it's a way of thinking about the full software lifecycle.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modern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cycle: from idea to production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92024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32135" y="192024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8711" y="192024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15630" y="192024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2206" y="192024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99125" y="192024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5701" y="192024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82619" y="192024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9195" y="192024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66114" y="192024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2690" y="192024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49609" y="1920240"/>
            <a:ext cx="1037191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6185" y="1920240"/>
            <a:ext cx="96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automated and always repeats identically.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fails early, it never reaches production.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don't confuse them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vs CI/CD vs SRE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42032" cy="283464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2834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culture and practices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Unites dev + ops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"what" and "why"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542032" cy="283464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91640"/>
            <a:ext cx="82296" cy="2834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343814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38144" y="2276856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deploy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"how"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1691640"/>
            <a:ext cx="2542032" cy="2834640"/>
          </a:xfrm>
          <a:prstGeom prst="rect">
            <a:avLst/>
          </a:prstGeom>
          <a:solidFill>
            <a:srgbClr val="12293D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691640"/>
            <a:ext cx="82296" cy="2834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590702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07024" y="2276856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 engineering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SLOs, reliability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"how well"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1 ·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Git: the base of the whole flow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starts versioned: repository, commits, branches.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commit → push → pull request → merge.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repo: README, .gitignore, releases.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8046720" cy="1463040"/>
          </a:xfrm>
          <a:prstGeom prst="rect">
            <a:avLst/>
          </a:prstGeom>
          <a:solidFill>
            <a:srgbClr val="081320"/>
          </a:solidFill>
          <a:ln w="12700">
            <a:solidFill>
              <a:srgbClr val="2849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282696"/>
            <a:ext cx="764438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&lt;course-repo&gt;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-b feature/dockerfile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 &amp;&amp; git commit -m "feat: add Dockerfile"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feature/dockerfile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1 · docker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Docker: what problem does it solve?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packages the app WITH everything it needs to run.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image runs identically on your laptop, in CI and on the server.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 to "install these 12 things before running".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fast: it shares the system kernel (not a full VM).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vs Container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86200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template (the recipe)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docker build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→ many containers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931920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82296" cy="2743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901184" y="183794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2276856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 (the dish)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with: docker run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state and lifecycle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vs Virtual Machine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86200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2743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host kernel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seconds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in size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microservices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931920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A8B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82296" cy="2743200"/>
          </a:xfrm>
          <a:prstGeom prst="rect">
            <a:avLst/>
          </a:prstGeom>
          <a:solidFill>
            <a:srgbClr val="A8B4C4"/>
          </a:solidFill>
          <a:ln/>
        </p:spPr>
      </p:sp>
      <p:sp>
        <p:nvSpPr>
          <p:cNvPr id="12" name="Text 10"/>
          <p:cNvSpPr/>
          <p:nvPr/>
        </p:nvSpPr>
        <p:spPr>
          <a:xfrm>
            <a:off x="4901184" y="183794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B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MACHINE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2276856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OS per machine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minutes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in size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isolation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1 · dockerfile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Dockerfile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046720" cy="2834640"/>
          </a:xfrm>
          <a:prstGeom prst="rect">
            <a:avLst/>
          </a:prstGeom>
          <a:solidFill>
            <a:srgbClr val="081320"/>
          </a:solidFill>
          <a:ln w="12700">
            <a:solidFill>
              <a:srgbClr val="2849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19656"/>
            <a:ext cx="7644384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           # lightweight base image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                  # working directory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         # deps first (layer cache)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--omit=dev         # install dependencies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 ./src                # then the code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                   # documents the port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                     # do NOT run as root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"src/server.js"]  # startup command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 practices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Dockerfile: insecure vs secure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86200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27432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node:22 (≈1 GB)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 . (everything, even secrets)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(with devDeps)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DB_PASSWORD=... 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root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931920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82296" cy="2743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901184" y="183794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2276856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node:22-alpine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+ selective copy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 --omit=dev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via env var/Secret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node + HEALTHCHECK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mission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 — Container Captain (+100 XP)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app image and run it; /health responds.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1828800"/>
          </a:xfrm>
          <a:prstGeom prst="rect">
            <a:avLst/>
          </a:prstGeom>
          <a:solidFill>
            <a:srgbClr val="081320"/>
          </a:solidFill>
          <a:ln w="12700">
            <a:solidFill>
              <a:srgbClr val="2849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764438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academia-devops-app:1.0.0 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-p 8080:8080 --name academia academia-devops-app:1.0.0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http://localhost:8080/health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{"status":"UP", ...}   &lt;- mission evidence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class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questions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a container solve?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go inside an image?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NEVER go inside an image?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ensure all your students have the same environment?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of 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from code to container.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we run it with its database and automate it with CI/CD.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DevOps and Docker</dc:title>
  <dc:subject>PptxGenJS Presentation</dc:subject>
  <dc:creator>Daniel Eduardo Gonzalez Ramirez</dc:creator>
  <cp:lastModifiedBy>Daniel Eduardo Gonzalez Ramirez</cp:lastModifiedBy>
  <cp:revision>1</cp:revision>
  <dcterms:created xsi:type="dcterms:W3CDTF">2026-06-15T02:14:59Z</dcterms:created>
  <dcterms:modified xsi:type="dcterms:W3CDTF">2026-06-15T02:14:59Z</dcterms:modified>
</cp:coreProperties>
</file>