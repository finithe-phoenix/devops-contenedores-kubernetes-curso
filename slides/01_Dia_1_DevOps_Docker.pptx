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Fundamentos DevOps,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y Docker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código fuente a contenedor en ejecución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agenda · 4 días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viaje de los próximos 4 días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619756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6332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90872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Helm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1988" y="1828800"/>
            <a:ext cx="1924812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98564" y="1828800"/>
            <a:ext cx="1851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2926080"/>
            <a:ext cx="8138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1: contenerizamos una app desde cero.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2: la levantamos con su base de datos y la automatizamos.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3: la desplegamos, escalamos y actualizamos en Kubernetes.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4: la monitoreamos, aseguramos y la convertimos en práctica docente.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problema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"En mi máquina sí funciona"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clásico que todos conocemos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corre en tu laptop... y se rompe en la del alumno, en el servidor o en la revisión. Distintas versiones, dependencias y sistemas operativos.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existe para que "funcione en todas partes", no solo en una máquina.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es DevOps?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Cultura: desarrollo y operación trabajan juntos, no en silos.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Automatización: build, pruebas, despliegue y monitoreo sin pasos manuales.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Integración: desarrollo + pruebas + seguridad + operación en un solo flujo.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herramienta: es una forma de pensar el ciclo completo del software.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flujo moderno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ciclo: de la idea a producción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732135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68711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15630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2206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99125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35701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empacar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82619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9195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66114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2690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49609" y="192024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6185" y="192024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se automatiza y se repite igual siempre.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falla temprano, no llega a producción.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confundir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vs CI/CD vs SRE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83464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cultura y las prácticas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dev + ops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"qué" y el "porqué"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8346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automatización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deploy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"cómo" técnico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83464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83464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con ingeniería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SLOs, fiabilidad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"qué tan bien"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Git: la base de todo el flujo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empieza versionado: repositorio, commits, ramas.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→ commit → push → pull request → merge.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repo profesional: README, .gitignore, releases.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8046720" cy="14630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282696"/>
            <a:ext cx="764438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&lt;repo-del-curso&gt;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checkout -b feature/dockerfile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. &amp;&amp; git commit -m "feat: agrega Dockerfile"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feature/dockerfile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docker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Docker: ¿qué problema resuelve?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 la app CON todo lo que necesita para correr.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imagen corre igual en tu laptop, en CI y en el servidor.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a "instala estas 12 cosas antes de ejecutar".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Ligero y rápido: comparte el kernel del sistema (no es una VM completa).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 clave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 vs Contenedor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inmutable (la receta)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construye: docker build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imagen → muchos contenedores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 en ejecución (el platillo)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crea: docker run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su propio estado y vida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comparación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 vs Máquina Virtual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el kernel del host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segundos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de tamaño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microservicios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MÁQUINA VIRTUAL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completo por máquina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minutos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de tamaño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más fuerte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1 · dockerfile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Anatomía de un Dockerfile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node:22-alpine           # imagen base ligera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                  # carpeta de trabajo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         # primero deps (cache de capas)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--omit=dev         # instala dependencias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src ./src                # luego el código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    # documenta el puerto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node                     # NO correr como root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 "src/server.js"]  # comando de arranque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buenas prácticas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Dockerfile: inseguro vs seguro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INSEGURO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node:22 (≈1 GB)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 . (todo, hasta secretos)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(con devDeps)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DB_PASSWORD=... (quemado)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como root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node:22-alpine (ligera)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.dockerignore + copia selectiva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--omit=dev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 por variable/Secret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node + HEALTHCHECK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 — Capitán de Contenedores (+100 XP)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la imagen de la app y córrela; /health responde.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18288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14016"/>
            <a:ext cx="764438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academia-devops-app:1.0.0 .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-p 8080:8080 --name academia academia-devops-app:1.0.0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http://localhost:8080/health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{"status":"UP", ...}   &lt;- evidencia de la misión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resuelve un contenedor?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SÍ debería ir dentro de una imagen?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NUNCA debería ir dentro de una imagen?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garantizas que todos tus alumnos tengan el mismo ambiente?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de código a contenedor.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lo levantamos con su base de datos y lo automatizamos con CI/CD.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1 — DevOps y Docker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2026-06-15T01:54:45Z</dcterms:created>
  <dcterms:modified xsi:type="dcterms:W3CDTF">2026-06-15T01:54:45Z</dcterms:modified>
</cp:coreProperties>
</file>