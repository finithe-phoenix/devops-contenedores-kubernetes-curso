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3108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DevOps lifecycle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161288" y="8412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from idea to production, over and over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37191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417320"/>
            <a:ext cx="96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32135" y="1417320"/>
            <a:ext cx="1037191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68711" y="1417320"/>
            <a:ext cx="96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15630" y="1417320"/>
            <a:ext cx="1037191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2206" y="1417320"/>
            <a:ext cx="96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99125" y="1417320"/>
            <a:ext cx="1037191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35701" y="1417320"/>
            <a:ext cx="96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82619" y="1417320"/>
            <a:ext cx="1037191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19195" y="1417320"/>
            <a:ext cx="96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66114" y="1417320"/>
            <a:ext cx="1037191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2690" y="1417320"/>
            <a:ext cx="96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49609" y="1417320"/>
            <a:ext cx="1037191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6185" y="1417320"/>
            <a:ext cx="96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  <a:gridCol w="28346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your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/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and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npm, Maven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and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Kubernetes, Helm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the health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Prometheus, Grafana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vulnerabilities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84963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3108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vs Container vs VM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161288" y="8412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3 most confused concepts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79192" cy="3108960"/>
          </a:xfrm>
          <a:prstGeom prst="rect">
            <a:avLst/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82296" cy="3108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472184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1911096"/>
            <a:ext cx="222199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template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"recipe"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with tags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image → N containers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36976" y="1325880"/>
            <a:ext cx="2679192" cy="3108960"/>
          </a:xfrm>
          <a:prstGeom prst="rect">
            <a:avLst/>
          </a:prstGeom>
          <a:solidFill>
            <a:srgbClr val="12293D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36976" y="1325880"/>
            <a:ext cx="82296" cy="3108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72184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1911096"/>
            <a:ext cx="222199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instance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"dish"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kernel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in seconds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16168" y="1325880"/>
            <a:ext cx="2679192" cy="3108960"/>
          </a:xfrm>
          <a:prstGeom prst="rect">
            <a:avLst/>
          </a:prstGeom>
          <a:solidFill>
            <a:srgbClr val="12293D"/>
          </a:solidFill>
          <a:ln w="15875">
            <a:solidFill>
              <a:srgbClr val="A8B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16168" y="1325880"/>
            <a:ext cx="82296" cy="3108960"/>
          </a:xfrm>
          <a:prstGeom prst="rect">
            <a:avLst/>
          </a:prstGeom>
          <a:solidFill>
            <a:srgbClr val="A8B4C4"/>
          </a:solidFill>
          <a:ln/>
        </p:spPr>
      </p:sp>
      <p:sp>
        <p:nvSpPr>
          <p:cNvPr id="15" name="Text 13"/>
          <p:cNvSpPr/>
          <p:nvPr/>
        </p:nvSpPr>
        <p:spPr>
          <a:xfrm>
            <a:off x="6153912" y="1472184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B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MACHINE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53912" y="1911096"/>
            <a:ext cx="222199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(GB)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in minutes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isolation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8496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3108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— essential commands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161288" y="8412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your pocket cheat sheet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31920" cy="1508760"/>
          </a:xfrm>
          <a:prstGeom prst="rect">
            <a:avLst/>
          </a:prstGeom>
          <a:solidFill>
            <a:srgbClr val="1229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64008" cy="1508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46504"/>
            <a:ext cx="363931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app:1.0 .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app:1.0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node:22-alpine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931920" cy="1508760"/>
          </a:xfrm>
          <a:prstGeom prst="rect">
            <a:avLst/>
          </a:prstGeom>
          <a:solidFill>
            <a:srgbClr val="1229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25880"/>
            <a:ext cx="64008" cy="15087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746504"/>
            <a:ext cx="363931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8080:8080 app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  /   docker ps -a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&lt;id&gt;   docker rm &lt;id&gt;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931920" cy="1600200"/>
          </a:xfrm>
          <a:prstGeom prst="rect">
            <a:avLst/>
          </a:prstGeom>
          <a:solidFill>
            <a:srgbClr val="12293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71800"/>
            <a:ext cx="64008" cy="1600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392424"/>
            <a:ext cx="363931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&lt;id&gt;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&lt;id&gt; sh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stats &lt;id&gt;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&lt;id&gt;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3931920" cy="1600200"/>
          </a:xfrm>
          <a:prstGeom prst="rect">
            <a:avLst/>
          </a:prstGeom>
          <a:solidFill>
            <a:srgbClr val="12293D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971800"/>
            <a:ext cx="64008" cy="160020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Cleanup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392424"/>
            <a:ext cx="363931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df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prune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volume ls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8496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3108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Dockerfile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161288" y="8412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line, explained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2286000"/>
          </a:xfrm>
          <a:prstGeom prst="rect">
            <a:avLst/>
          </a:prstGeom>
          <a:solidFill>
            <a:srgbClr val="081320"/>
          </a:solidFill>
          <a:ln w="12700">
            <a:solidFill>
              <a:srgbClr val="2849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99616"/>
            <a:ext cx="7644384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node:22-alpine        # lightweight base image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               # working directory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      # deps first (cache)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 --omit=dev      # install dependencies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src ./src             # then the code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                # documents the port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node                  # don't run as root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["node","src/server.js"]  # startup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from least to most frequently changed (leverages layer cache).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8496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3108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 at a glance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161288" y="8412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many containers, one command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029200" cy="3200400"/>
          </a:xfrm>
          <a:prstGeom prst="rect">
            <a:avLst/>
          </a:prstGeom>
          <a:solidFill>
            <a:srgbClr val="081320"/>
          </a:solidFill>
          <a:ln w="12700">
            <a:solidFill>
              <a:srgbClr val="2849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53896"/>
            <a:ext cx="4626864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["8080:8080"]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 { DB_HOST: db }   # finds db by NAME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{ db: { condition: service_healthy } }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postgres:16-alpine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 [ db_data:/var/lib/postgresql/data ]   # persistence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06440" y="1325880"/>
            <a:ext cx="2788920" cy="3200400"/>
          </a:xfrm>
          <a:prstGeom prst="rect">
            <a:avLst/>
          </a:prstGeom>
          <a:solidFill>
            <a:srgbClr val="1229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1325880"/>
            <a:ext cx="64008" cy="32004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1417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89320" y="1746504"/>
            <a:ext cx="2496312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 app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 -v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(deletes the volume)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8496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3108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pipeline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161288" y="8412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production line for your 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234440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371600"/>
            <a:ext cx="116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29384" y="1371600"/>
            <a:ext cx="1234440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371600"/>
            <a:ext cx="116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0128" y="1371600"/>
            <a:ext cx="1234440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46704" y="1371600"/>
            <a:ext cx="116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90872" y="1371600"/>
            <a:ext cx="1234440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371600"/>
            <a:ext cx="116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71616" y="1371600"/>
            <a:ext cx="1234440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371600"/>
            <a:ext cx="116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52360" y="1371600"/>
            <a:ext cx="1234440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1371600"/>
            <a:ext cx="116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8046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93192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it fails...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Brings code to the runner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/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Installs deps and runs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the Docker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Scans vulnerabilities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warns / blocks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Publishes and deploys (CD)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84963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3108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architecture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161288" y="8412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who's who in the cluster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31920" cy="1554480"/>
          </a:xfrm>
          <a:prstGeom prst="rect">
            <a:avLst/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82296" cy="15544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47218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PLANE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1911096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brain: decides and schedules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desired state (API Server, scheduler)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931920" cy="1554480"/>
          </a:xfrm>
          <a:prstGeom prst="rect">
            <a:avLst/>
          </a:prstGeom>
          <a:solidFill>
            <a:srgbClr val="12293D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25880"/>
            <a:ext cx="82296" cy="1554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901184" y="147218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NODES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01184" y="1911096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machines running the Pods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status to the control plane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it's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Wraps the container(s)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Replicas + updates (rolling)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access (ClusterIP/NodePort/LB)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ConfigMap / Secret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/ sensitive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84963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3108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kubectl — essential commands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161288" y="8412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talking to the cluster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31920" cy="1554480"/>
          </a:xfrm>
          <a:prstGeom prst="rect">
            <a:avLst/>
          </a:prstGeom>
          <a:solidFill>
            <a:srgbClr val="1229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64008" cy="15544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46504"/>
            <a:ext cx="363931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pods,svc -n academia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&lt;pod&gt;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events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931920" cy="1554480"/>
          </a:xfrm>
          <a:prstGeom prst="rect">
            <a:avLst/>
          </a:prstGeom>
          <a:solidFill>
            <a:srgbClr val="1229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25880"/>
            <a:ext cx="64008" cy="1554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746504"/>
            <a:ext cx="363931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archivo.yaml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status deploy/app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port-forward svc/app 8080:80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931920" cy="1600200"/>
          </a:xfrm>
          <a:prstGeom prst="rect">
            <a:avLst/>
          </a:prstGeom>
          <a:solidFill>
            <a:srgbClr val="12293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71800"/>
            <a:ext cx="64008" cy="1600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392424"/>
            <a:ext cx="363931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deploy/app --replicas=4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deploy/app app=img:1.1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deploy/app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3931920" cy="1600200"/>
          </a:xfrm>
          <a:prstGeom prst="rect">
            <a:avLst/>
          </a:prstGeom>
          <a:solidFill>
            <a:srgbClr val="12293D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971800"/>
            <a:ext cx="64008" cy="160020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392424"/>
            <a:ext cx="363931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-f deploy/app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 --previous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8496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3108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Config, Secrets &amp; Operations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161288" y="8412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separate config from code + operate live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31920" cy="1783080"/>
          </a:xfrm>
          <a:prstGeom prst="rect">
            <a:avLst/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82296" cy="1783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47218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ConfigMap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1911096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NON-sensitive config (APP_ENV...)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text, goes in git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as variables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931920" cy="1783080"/>
          </a:xfrm>
          <a:prstGeom prst="rect">
            <a:avLst/>
          </a:prstGeom>
          <a:solidFill>
            <a:srgbClr val="12293D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25880"/>
            <a:ext cx="82296" cy="17830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1" name="Text 9"/>
          <p:cNvSpPr/>
          <p:nvPr/>
        </p:nvSpPr>
        <p:spPr>
          <a:xfrm>
            <a:off x="4901184" y="147218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01184" y="1911096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(passwords)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is NOT encryption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git (Vault, etc.)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8046720" cy="1325880"/>
          </a:xfrm>
          <a:prstGeom prst="rect">
            <a:avLst/>
          </a:prstGeom>
          <a:solidFill>
            <a:srgbClr val="12293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46120"/>
            <a:ext cx="64008" cy="13258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37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· Update · Rollback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666744"/>
            <a:ext cx="775411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deploy/app --replicas=4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deploy/app app=img:1.1   # rolling update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deploy/app             # back to previous version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8496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3108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 at a glance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161288" y="8412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Kubernetes package manager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31920" cy="1554480"/>
          </a:xfrm>
          <a:prstGeom prst="rect">
            <a:avLst/>
          </a:prstGeom>
          <a:solidFill>
            <a:srgbClr val="12293D"/>
          </a:solidFill>
          <a:ln w="15875">
            <a:solidFill>
              <a:srgbClr val="A8B4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82296" cy="1554480"/>
          </a:xfrm>
          <a:prstGeom prst="rect">
            <a:avLst/>
          </a:prstGeom>
          <a:solidFill>
            <a:srgbClr val="A8B4C4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47218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B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YAML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1911096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environments = copy/paste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rollback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reuse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931920" cy="1554480"/>
          </a:xfrm>
          <a:prstGeom prst="rect">
            <a:avLst/>
          </a:prstGeom>
          <a:solidFill>
            <a:srgbClr val="12293D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25880"/>
            <a:ext cx="82296" cy="1554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901184" y="147218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01184" y="1911096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chart, many values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rollback in 1 command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8046720" cy="1554480"/>
          </a:xfrm>
          <a:prstGeom prst="rect">
            <a:avLst/>
          </a:prstGeom>
          <a:solidFill>
            <a:srgbClr val="1229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17520"/>
            <a:ext cx="64008" cy="15544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08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438144"/>
            <a:ext cx="775411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academia ./chart -n academia --create-namespace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academia ./chart --set replicaCount=4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history academia   /   helm rollback academia 1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uninstall academia -n academia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8496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3108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DevSecOps: shift-left security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161288" y="8412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security at every layer, not at the end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  <a:gridCol w="24688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secrets; pinned deps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 fs, npm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base, non-root, scanned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+ scan on every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securityContext, limits, probes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git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Secret, Vault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0690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detects; human judgment decides.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8496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3108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161288" y="8412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is it alive? healthy? why did it fail?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79192" cy="1783080"/>
          </a:xfrm>
          <a:prstGeom prst="rect">
            <a:avLst/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82296" cy="1783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472184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1911096"/>
            <a:ext cx="222199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with context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logs -f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36976" y="1325880"/>
            <a:ext cx="2679192" cy="1783080"/>
          </a:xfrm>
          <a:prstGeom prst="rect">
            <a:avLst/>
          </a:prstGeom>
          <a:solidFill>
            <a:srgbClr val="12293D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36976" y="1325880"/>
            <a:ext cx="82296" cy="1783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72184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1911096"/>
            <a:ext cx="222199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behave?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over time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16168" y="1325880"/>
            <a:ext cx="2679192" cy="1783080"/>
          </a:xfrm>
          <a:prstGeom prst="rect">
            <a:avLst/>
          </a:prstGeom>
          <a:solidFill>
            <a:srgbClr val="12293D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16168" y="1325880"/>
            <a:ext cx="82296" cy="1783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6153912" y="1472184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53912" y="1911096"/>
            <a:ext cx="222199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it go?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journey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(advanced)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8046720" cy="1325880"/>
          </a:xfrm>
          <a:prstGeom prst="rect">
            <a:avLst/>
          </a:prstGeom>
          <a:solidFill>
            <a:srgbClr val="1229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46120"/>
            <a:ext cx="64008" cy="13258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337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666744"/>
            <a:ext cx="775411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readinessProbe -&gt; /health   # READY for traffic?  (no requests if it fails)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livenessProbe  -&gt; /health   # still ALIVE?        (restarts it if it fails)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8496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3108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mission map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161288" y="8412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complete missions, earn XP and badges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128016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/ Badge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— Container Captain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 — Multi-container Master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— Automator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 — Shift-Left Guardian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— Cluster Helmsman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Config/Secret — Keeper of Secrets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Scale/Rollback — Live Operator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 — Packager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— Observer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project — DevOps Architect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8496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1161288" y="3108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glossary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161288" y="8412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terms you'll hear most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app template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running image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Pod: smallest K8s unit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manages replicas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stable access to Pods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Namespace: cluster division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ConfigMap: non-sensitive config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6344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Secret: sensitive data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Helm: K8s packages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automated build/test/deploy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automated steps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logs, metrics, traces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DevSecOps: integrated security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back to previous version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8496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infographics — DevOps</dc:title>
  <dc:subject>PptxGenJS Presentation</dc:subject>
  <dc:creator>Daniel Eduardo Gonzalez Ramirez</dc:creator>
  <cp:lastModifiedBy>Daniel Eduardo Gonzalez Ramirez</cp:lastModifiedBy>
  <cp:revision>1</cp:revision>
  <dcterms:created xsi:type="dcterms:W3CDTF">2026-06-15T02:15:00Z</dcterms:created>
  <dcterms:modified xsi:type="dcterms:W3CDTF">2026-06-15T02:15:00Z</dcterms:modified>
</cp:coreProperties>
</file>